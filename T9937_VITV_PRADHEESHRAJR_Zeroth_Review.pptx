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6" r:id="rId1"/>
  </p:sldMasterIdLst>
  <p:sldIdLst>
    <p:sldId id="257" r:id="rId2"/>
    <p:sldId id="262" r:id="rId3"/>
    <p:sldId id="259" r:id="rId4"/>
    <p:sldId id="263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F40A01-0366-49A0-8774-BFD0EFE97220}" type="doc">
      <dgm:prSet loTypeId="urn:microsoft.com/office/officeart/2018/5/layout/CenteredIconLabelDescriptionList" loCatId="icon" qsTypeId="urn:microsoft.com/office/officeart/2005/8/quickstyle/simple1#107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8E27144A-9225-4959-B549-B8747CBE5E7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/>
            <a:t>Dataset</a:t>
          </a:r>
          <a:endParaRPr lang="en-US"/>
        </a:p>
      </dgm:t>
    </dgm:pt>
    <dgm:pt modelId="{1AF77A50-7C94-4631-A468-A470F622ACBE}" type="parTrans" cxnId="{CAA0265A-7C1D-4D4B-ABEE-410B97A8D750}">
      <dgm:prSet/>
      <dgm:spPr/>
      <dgm:t>
        <a:bodyPr/>
        <a:lstStyle/>
        <a:p>
          <a:endParaRPr lang="en-US"/>
        </a:p>
      </dgm:t>
    </dgm:pt>
    <dgm:pt modelId="{5F18418D-70D2-49AF-A454-C226F0A36019}" type="sibTrans" cxnId="{CAA0265A-7C1D-4D4B-ABEE-410B97A8D750}">
      <dgm:prSet/>
      <dgm:spPr/>
      <dgm:t>
        <a:bodyPr/>
        <a:lstStyle/>
        <a:p>
          <a:endParaRPr lang="en-US"/>
        </a:p>
      </dgm:t>
    </dgm:pt>
    <dgm:pt modelId="{A457D3AA-4463-441C-BABA-F75F840580D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 dirty="0"/>
            <a:t>The Data Engine (SCADA):</a:t>
          </a:r>
          <a:endParaRPr lang="en-US" dirty="0"/>
        </a:p>
      </dgm:t>
    </dgm:pt>
    <dgm:pt modelId="{EAAA7A52-B602-4F81-97CB-FE4B3F202A0E}" type="parTrans" cxnId="{7F901F24-4EA3-43FD-89FB-0FC95F4AE261}">
      <dgm:prSet/>
      <dgm:spPr/>
      <dgm:t>
        <a:bodyPr/>
        <a:lstStyle/>
        <a:p>
          <a:endParaRPr lang="en-US"/>
        </a:p>
      </dgm:t>
    </dgm:pt>
    <dgm:pt modelId="{FB56BA0B-B4E5-4C8F-BACD-0F2BE47774A5}" type="sibTrans" cxnId="{7F901F24-4EA3-43FD-89FB-0FC95F4AE261}">
      <dgm:prSet/>
      <dgm:spPr/>
      <dgm:t>
        <a:bodyPr/>
        <a:lstStyle/>
        <a:p>
          <a:endParaRPr lang="en-US"/>
        </a:p>
      </dgm:t>
    </dgm:pt>
    <dgm:pt modelId="{8B98CE3D-9182-4270-B33A-6F7BF600AF7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Real-time physical telemetry (pressure, vibration).</a:t>
          </a:r>
          <a:endParaRPr lang="en-US"/>
        </a:p>
      </dgm:t>
    </dgm:pt>
    <dgm:pt modelId="{9652942A-AC1D-4425-A94C-A01FD1A79CE8}" type="parTrans" cxnId="{86B23186-C165-40CC-9FA0-F2D1A69A10FF}">
      <dgm:prSet/>
      <dgm:spPr/>
      <dgm:t>
        <a:bodyPr/>
        <a:lstStyle/>
        <a:p>
          <a:endParaRPr lang="en-US"/>
        </a:p>
      </dgm:t>
    </dgm:pt>
    <dgm:pt modelId="{AFE27BCE-EFF4-4CA7-9353-192D5CCACAC9}" type="sibTrans" cxnId="{86B23186-C165-40CC-9FA0-F2D1A69A10FF}">
      <dgm:prSet/>
      <dgm:spPr/>
      <dgm:t>
        <a:bodyPr/>
        <a:lstStyle/>
        <a:p>
          <a:endParaRPr lang="en-US"/>
        </a:p>
      </dgm:t>
    </dgm:pt>
    <dgm:pt modelId="{FDBD26DB-F41D-4D32-98A2-32730745371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Acts as the autonomous trigger for AI diagnostic reasoning.</a:t>
          </a:r>
          <a:endParaRPr lang="en-US"/>
        </a:p>
      </dgm:t>
    </dgm:pt>
    <dgm:pt modelId="{B6FFB8D1-A3D3-4404-97F3-A0C3F6FB6A34}" type="parTrans" cxnId="{053E2BA5-358B-4F4A-8141-EC879DB8AA10}">
      <dgm:prSet/>
      <dgm:spPr/>
      <dgm:t>
        <a:bodyPr/>
        <a:lstStyle/>
        <a:p>
          <a:endParaRPr lang="en-US"/>
        </a:p>
      </dgm:t>
    </dgm:pt>
    <dgm:pt modelId="{F3939A7D-A2BA-4D09-A88F-D02FCCB331E7}" type="sibTrans" cxnId="{053E2BA5-358B-4F4A-8141-EC879DB8AA10}">
      <dgm:prSet/>
      <dgm:spPr/>
      <dgm:t>
        <a:bodyPr/>
        <a:lstStyle/>
        <a:p>
          <a:endParaRPr lang="en-US"/>
        </a:p>
      </dgm:t>
    </dgm:pt>
    <dgm:pt modelId="{D157C371-73A7-4D0B-900B-CA59B9A2818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/>
            <a:t>Technical Stack:</a:t>
          </a:r>
          <a:endParaRPr lang="en-US"/>
        </a:p>
      </dgm:t>
    </dgm:pt>
    <dgm:pt modelId="{8D100948-68E9-4135-ABAD-564A9293E085}" type="parTrans" cxnId="{9D535650-344E-48B6-BE58-39BBF2800FD2}">
      <dgm:prSet/>
      <dgm:spPr/>
      <dgm:t>
        <a:bodyPr/>
        <a:lstStyle/>
        <a:p>
          <a:endParaRPr lang="en-US"/>
        </a:p>
      </dgm:t>
    </dgm:pt>
    <dgm:pt modelId="{34C1EFAC-A0CA-462F-B07F-77AAA16C6B92}" type="sibTrans" cxnId="{9D535650-344E-48B6-BE58-39BBF2800FD2}">
      <dgm:prSet/>
      <dgm:spPr/>
      <dgm:t>
        <a:bodyPr/>
        <a:lstStyle/>
        <a:p>
          <a:endParaRPr lang="en-US"/>
        </a:p>
      </dgm:t>
    </dgm:pt>
    <dgm:pt modelId="{A64E309E-4187-40E7-9E08-EAADCF6ED69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AI Engine:</a:t>
          </a:r>
          <a:r>
            <a:rPr lang="en-IN"/>
            <a:t> Large Language Models (LLMs)</a:t>
          </a:r>
          <a:endParaRPr lang="en-US"/>
        </a:p>
      </dgm:t>
    </dgm:pt>
    <dgm:pt modelId="{B9794F08-0642-439D-B4A1-A14A53433F58}" type="parTrans" cxnId="{C34EF6DF-D944-4E9C-A574-476497FF7975}">
      <dgm:prSet/>
      <dgm:spPr/>
      <dgm:t>
        <a:bodyPr/>
        <a:lstStyle/>
        <a:p>
          <a:endParaRPr lang="en-US"/>
        </a:p>
      </dgm:t>
    </dgm:pt>
    <dgm:pt modelId="{865AE1A5-D397-4B9B-BA3F-54617C63FAC8}" type="sibTrans" cxnId="{C34EF6DF-D944-4E9C-A574-476497FF7975}">
      <dgm:prSet/>
      <dgm:spPr/>
      <dgm:t>
        <a:bodyPr/>
        <a:lstStyle/>
        <a:p>
          <a:endParaRPr lang="en-US"/>
        </a:p>
      </dgm:t>
    </dgm:pt>
    <dgm:pt modelId="{846F681F-8901-46E4-BF09-625F64538FC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Retrieval:</a:t>
          </a:r>
          <a:r>
            <a:rPr lang="en-IN"/>
            <a:t> FAISS Vector Indices (Multi-RAG)</a:t>
          </a:r>
          <a:endParaRPr lang="en-US"/>
        </a:p>
      </dgm:t>
    </dgm:pt>
    <dgm:pt modelId="{DF02D073-4EE4-4774-BD21-F7E5809B93BA}" type="parTrans" cxnId="{9F423EB4-5AAF-4CA7-88A8-E06C41D692C9}">
      <dgm:prSet/>
      <dgm:spPr/>
      <dgm:t>
        <a:bodyPr/>
        <a:lstStyle/>
        <a:p>
          <a:endParaRPr lang="en-US"/>
        </a:p>
      </dgm:t>
    </dgm:pt>
    <dgm:pt modelId="{FABCB1FE-919C-4F8D-89E8-B033082F8174}" type="sibTrans" cxnId="{9F423EB4-5AAF-4CA7-88A8-E06C41D692C9}">
      <dgm:prSet/>
      <dgm:spPr/>
      <dgm:t>
        <a:bodyPr/>
        <a:lstStyle/>
        <a:p>
          <a:endParaRPr lang="en-US"/>
        </a:p>
      </dgm:t>
    </dgm:pt>
    <dgm:pt modelId="{E82E92F7-40D4-4585-B4FC-E61C708552A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Integration:</a:t>
          </a:r>
          <a:r>
            <a:rPr lang="en-IN"/>
            <a:t> Python &amp; FastMCP SDK</a:t>
          </a:r>
          <a:endParaRPr lang="en-US"/>
        </a:p>
      </dgm:t>
    </dgm:pt>
    <dgm:pt modelId="{43F548E7-EC70-4D73-85D7-A0DEDAA2A5F7}" type="parTrans" cxnId="{C1223525-D655-4926-9825-CA421681EC0B}">
      <dgm:prSet/>
      <dgm:spPr/>
      <dgm:t>
        <a:bodyPr/>
        <a:lstStyle/>
        <a:p>
          <a:endParaRPr lang="en-US"/>
        </a:p>
      </dgm:t>
    </dgm:pt>
    <dgm:pt modelId="{253D4826-78E4-4656-9795-B3FEF4443C7F}" type="sibTrans" cxnId="{C1223525-D655-4926-9825-CA421681EC0B}">
      <dgm:prSet/>
      <dgm:spPr/>
      <dgm:t>
        <a:bodyPr/>
        <a:lstStyle/>
        <a:p>
          <a:endParaRPr lang="en-US"/>
        </a:p>
      </dgm:t>
    </dgm:pt>
    <dgm:pt modelId="{B45A46D2-8964-47D1-8714-C1E91C5C180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/>
            <a:t>Expected Outcomes:</a:t>
          </a:r>
          <a:endParaRPr lang="en-US"/>
        </a:p>
      </dgm:t>
    </dgm:pt>
    <dgm:pt modelId="{D1F78872-C60C-4F5D-864D-C3C52ED4A85E}" type="parTrans" cxnId="{5DB4CFA2-D48D-40EE-BFEC-149BE48167B7}">
      <dgm:prSet/>
      <dgm:spPr/>
      <dgm:t>
        <a:bodyPr/>
        <a:lstStyle/>
        <a:p>
          <a:endParaRPr lang="en-US"/>
        </a:p>
      </dgm:t>
    </dgm:pt>
    <dgm:pt modelId="{600D1F36-290D-4FC6-88DC-A0CE3EB3344E}" type="sibTrans" cxnId="{5DB4CFA2-D48D-40EE-BFEC-149BE48167B7}">
      <dgm:prSet/>
      <dgm:spPr/>
      <dgm:t>
        <a:bodyPr/>
        <a:lstStyle/>
        <a:p>
          <a:endParaRPr lang="en-US"/>
        </a:p>
      </dgm:t>
    </dgm:pt>
    <dgm:pt modelId="{43C5D1CD-468D-4555-A005-85F4C5280C1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Secure, end-to-end predictive maintenance pipeline.</a:t>
          </a:r>
          <a:endParaRPr lang="en-US"/>
        </a:p>
      </dgm:t>
    </dgm:pt>
    <dgm:pt modelId="{C30FA2B1-81BC-4721-ABDA-BE8C590F09F4}" type="parTrans" cxnId="{6A80CD57-F302-40C0-BAE2-B81BFC618A38}">
      <dgm:prSet/>
      <dgm:spPr/>
      <dgm:t>
        <a:bodyPr/>
        <a:lstStyle/>
        <a:p>
          <a:endParaRPr lang="en-US"/>
        </a:p>
      </dgm:t>
    </dgm:pt>
    <dgm:pt modelId="{96201CA7-0FF0-48F4-8251-55A6C3A7B997}" type="sibTrans" cxnId="{6A80CD57-F302-40C0-BAE2-B81BFC618A38}">
      <dgm:prSet/>
      <dgm:spPr/>
      <dgm:t>
        <a:bodyPr/>
        <a:lstStyle/>
        <a:p>
          <a:endParaRPr lang="en-US"/>
        </a:p>
      </dgm:t>
    </dgm:pt>
    <dgm:pt modelId="{B4D9C8A7-C381-4616-A59D-5C18FFF995A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Mandatory safety validation for all AI outputs.</a:t>
          </a:r>
          <a:endParaRPr lang="en-US"/>
        </a:p>
      </dgm:t>
    </dgm:pt>
    <dgm:pt modelId="{22EA22D7-CA6D-4A7F-AA49-5873B620FB99}" type="parTrans" cxnId="{5991E312-8783-4611-BD58-D56FA5E13077}">
      <dgm:prSet/>
      <dgm:spPr/>
      <dgm:t>
        <a:bodyPr/>
        <a:lstStyle/>
        <a:p>
          <a:endParaRPr lang="en-US"/>
        </a:p>
      </dgm:t>
    </dgm:pt>
    <dgm:pt modelId="{392041C8-E4E2-4A75-A45F-82C1403FEEE9}" type="sibTrans" cxnId="{5991E312-8783-4611-BD58-D56FA5E13077}">
      <dgm:prSet/>
      <dgm:spPr/>
      <dgm:t>
        <a:bodyPr/>
        <a:lstStyle/>
        <a:p>
          <a:endParaRPr lang="en-US"/>
        </a:p>
      </dgm:t>
    </dgm:pt>
    <dgm:pt modelId="{7D991933-2360-4FF5-B28A-0C496581D02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Significant reduction in environmental and operational risks.</a:t>
          </a:r>
          <a:endParaRPr lang="en-US"/>
        </a:p>
      </dgm:t>
    </dgm:pt>
    <dgm:pt modelId="{F0D91F8D-E86F-4348-BE20-4DB49324F320}" type="parTrans" cxnId="{B72976D6-F349-47F2-9FA0-82D8F809B18F}">
      <dgm:prSet/>
      <dgm:spPr/>
      <dgm:t>
        <a:bodyPr/>
        <a:lstStyle/>
        <a:p>
          <a:endParaRPr lang="en-US"/>
        </a:p>
      </dgm:t>
    </dgm:pt>
    <dgm:pt modelId="{B3601CBC-C862-440E-92F5-BAEFAC79BCA5}" type="sibTrans" cxnId="{B72976D6-F349-47F2-9FA0-82D8F809B18F}">
      <dgm:prSet/>
      <dgm:spPr/>
      <dgm:t>
        <a:bodyPr/>
        <a:lstStyle/>
        <a:p>
          <a:endParaRPr lang="en-US"/>
        </a:p>
      </dgm:t>
    </dgm:pt>
    <dgm:pt modelId="{1BAC2469-E4EB-4B75-B038-2895FCF96ACE}" type="pres">
      <dgm:prSet presAssocID="{AFF40A01-0366-49A0-8774-BFD0EFE97220}" presName="root" presStyleCnt="0">
        <dgm:presLayoutVars>
          <dgm:dir/>
          <dgm:resizeHandles val="exact"/>
        </dgm:presLayoutVars>
      </dgm:prSet>
      <dgm:spPr/>
    </dgm:pt>
    <dgm:pt modelId="{A4656E18-A84E-43DA-907B-9248CE52CDE2}" type="pres">
      <dgm:prSet presAssocID="{8E27144A-9225-4959-B549-B8747CBE5E71}" presName="compNode" presStyleCnt="0"/>
      <dgm:spPr/>
    </dgm:pt>
    <dgm:pt modelId="{21C08146-C3AF-4E87-9022-2794FC0EF107}" type="pres">
      <dgm:prSet presAssocID="{8E27144A-9225-4959-B549-B8747CBE5E7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E48BC88-8F81-4FB0-941A-D7546EDB96C5}" type="pres">
      <dgm:prSet presAssocID="{8E27144A-9225-4959-B549-B8747CBE5E71}" presName="iconSpace" presStyleCnt="0"/>
      <dgm:spPr/>
    </dgm:pt>
    <dgm:pt modelId="{E8B17884-48BD-483B-9C10-82F68F5A7C2C}" type="pres">
      <dgm:prSet presAssocID="{8E27144A-9225-4959-B549-B8747CBE5E71}" presName="parTx" presStyleLbl="revTx" presStyleIdx="0" presStyleCnt="8">
        <dgm:presLayoutVars>
          <dgm:chMax val="0"/>
          <dgm:chPref val="0"/>
        </dgm:presLayoutVars>
      </dgm:prSet>
      <dgm:spPr/>
    </dgm:pt>
    <dgm:pt modelId="{5F661113-1AB2-4235-94E6-0096418F0B4D}" type="pres">
      <dgm:prSet presAssocID="{8E27144A-9225-4959-B549-B8747CBE5E71}" presName="txSpace" presStyleCnt="0"/>
      <dgm:spPr/>
    </dgm:pt>
    <dgm:pt modelId="{C0803113-73E2-4F85-8ADB-784AA072FB28}" type="pres">
      <dgm:prSet presAssocID="{8E27144A-9225-4959-B549-B8747CBE5E71}" presName="desTx" presStyleLbl="revTx" presStyleIdx="1" presStyleCnt="8">
        <dgm:presLayoutVars/>
      </dgm:prSet>
      <dgm:spPr/>
    </dgm:pt>
    <dgm:pt modelId="{9D07D195-B9B1-42DE-8077-BCDF7157B200}" type="pres">
      <dgm:prSet presAssocID="{5F18418D-70D2-49AF-A454-C226F0A36019}" presName="sibTrans" presStyleCnt="0"/>
      <dgm:spPr/>
    </dgm:pt>
    <dgm:pt modelId="{CBAF4125-669E-4F52-935C-4D8C111B819F}" type="pres">
      <dgm:prSet presAssocID="{A457D3AA-4463-441C-BABA-F75F840580D4}" presName="compNode" presStyleCnt="0"/>
      <dgm:spPr/>
    </dgm:pt>
    <dgm:pt modelId="{289EECBD-BB53-454D-8DC9-995016959168}" type="pres">
      <dgm:prSet presAssocID="{A457D3AA-4463-441C-BABA-F75F840580D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642B8E2B-3D5A-47F6-AEAB-1329ED9E4946}" type="pres">
      <dgm:prSet presAssocID="{A457D3AA-4463-441C-BABA-F75F840580D4}" presName="iconSpace" presStyleCnt="0"/>
      <dgm:spPr/>
    </dgm:pt>
    <dgm:pt modelId="{12B05AF4-8034-46EF-BEEC-78763E289792}" type="pres">
      <dgm:prSet presAssocID="{A457D3AA-4463-441C-BABA-F75F840580D4}" presName="parTx" presStyleLbl="revTx" presStyleIdx="2" presStyleCnt="8">
        <dgm:presLayoutVars>
          <dgm:chMax val="0"/>
          <dgm:chPref val="0"/>
        </dgm:presLayoutVars>
      </dgm:prSet>
      <dgm:spPr/>
    </dgm:pt>
    <dgm:pt modelId="{B0B6B1EF-52BA-4EA8-A336-FAB03D0CBB37}" type="pres">
      <dgm:prSet presAssocID="{A457D3AA-4463-441C-BABA-F75F840580D4}" presName="txSpace" presStyleCnt="0"/>
      <dgm:spPr/>
    </dgm:pt>
    <dgm:pt modelId="{6068A0A3-8ABA-4BB7-91D8-1D6C7B6E6943}" type="pres">
      <dgm:prSet presAssocID="{A457D3AA-4463-441C-BABA-F75F840580D4}" presName="desTx" presStyleLbl="revTx" presStyleIdx="3" presStyleCnt="8">
        <dgm:presLayoutVars/>
      </dgm:prSet>
      <dgm:spPr/>
    </dgm:pt>
    <dgm:pt modelId="{38FFA401-C1F1-4960-9358-9EE41F342CE4}" type="pres">
      <dgm:prSet presAssocID="{FB56BA0B-B4E5-4C8F-BACD-0F2BE47774A5}" presName="sibTrans" presStyleCnt="0"/>
      <dgm:spPr/>
    </dgm:pt>
    <dgm:pt modelId="{009000A2-80B3-412A-A076-6AEF0F01B5DA}" type="pres">
      <dgm:prSet presAssocID="{D157C371-73A7-4D0B-900B-CA59B9A28180}" presName="compNode" presStyleCnt="0"/>
      <dgm:spPr/>
    </dgm:pt>
    <dgm:pt modelId="{2F727BCF-5D21-4A23-B1FA-801E6CD02A82}" type="pres">
      <dgm:prSet presAssocID="{D157C371-73A7-4D0B-900B-CA59B9A2818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53EAD72-D675-4564-805B-D00035B0D03B}" type="pres">
      <dgm:prSet presAssocID="{D157C371-73A7-4D0B-900B-CA59B9A28180}" presName="iconSpace" presStyleCnt="0"/>
      <dgm:spPr/>
    </dgm:pt>
    <dgm:pt modelId="{AF65E64A-6AF0-4803-A773-E78D54C7F684}" type="pres">
      <dgm:prSet presAssocID="{D157C371-73A7-4D0B-900B-CA59B9A28180}" presName="parTx" presStyleLbl="revTx" presStyleIdx="4" presStyleCnt="8">
        <dgm:presLayoutVars>
          <dgm:chMax val="0"/>
          <dgm:chPref val="0"/>
        </dgm:presLayoutVars>
      </dgm:prSet>
      <dgm:spPr/>
    </dgm:pt>
    <dgm:pt modelId="{69334C1D-1BFA-4BD5-BF5C-5E0C32978B59}" type="pres">
      <dgm:prSet presAssocID="{D157C371-73A7-4D0B-900B-CA59B9A28180}" presName="txSpace" presStyleCnt="0"/>
      <dgm:spPr/>
    </dgm:pt>
    <dgm:pt modelId="{761D6AD1-AC11-4AF7-A1BD-F239657A98A8}" type="pres">
      <dgm:prSet presAssocID="{D157C371-73A7-4D0B-900B-CA59B9A28180}" presName="desTx" presStyleLbl="revTx" presStyleIdx="5" presStyleCnt="8">
        <dgm:presLayoutVars/>
      </dgm:prSet>
      <dgm:spPr/>
    </dgm:pt>
    <dgm:pt modelId="{628387DF-E39B-4880-92F1-7D295869DCD5}" type="pres">
      <dgm:prSet presAssocID="{34C1EFAC-A0CA-462F-B07F-77AAA16C6B92}" presName="sibTrans" presStyleCnt="0"/>
      <dgm:spPr/>
    </dgm:pt>
    <dgm:pt modelId="{9C0A593D-AFBC-4260-BC70-F318A457B16F}" type="pres">
      <dgm:prSet presAssocID="{B45A46D2-8964-47D1-8714-C1E91C5C180F}" presName="compNode" presStyleCnt="0"/>
      <dgm:spPr/>
    </dgm:pt>
    <dgm:pt modelId="{B6C4E8EE-96CA-4A08-8D75-E8D8F7071843}" type="pres">
      <dgm:prSet presAssocID="{B45A46D2-8964-47D1-8714-C1E91C5C180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F5B72DE-99C4-409C-946B-52E85060882E}" type="pres">
      <dgm:prSet presAssocID="{B45A46D2-8964-47D1-8714-C1E91C5C180F}" presName="iconSpace" presStyleCnt="0"/>
      <dgm:spPr/>
    </dgm:pt>
    <dgm:pt modelId="{AE687F76-B86A-43F6-B9A4-446D3B48CF19}" type="pres">
      <dgm:prSet presAssocID="{B45A46D2-8964-47D1-8714-C1E91C5C180F}" presName="parTx" presStyleLbl="revTx" presStyleIdx="6" presStyleCnt="8">
        <dgm:presLayoutVars>
          <dgm:chMax val="0"/>
          <dgm:chPref val="0"/>
        </dgm:presLayoutVars>
      </dgm:prSet>
      <dgm:spPr/>
    </dgm:pt>
    <dgm:pt modelId="{73996F90-FE72-4BD7-B253-3DBF0569645A}" type="pres">
      <dgm:prSet presAssocID="{B45A46D2-8964-47D1-8714-C1E91C5C180F}" presName="txSpace" presStyleCnt="0"/>
      <dgm:spPr/>
    </dgm:pt>
    <dgm:pt modelId="{AE4E9D15-D287-499B-97E1-AE2EE049C969}" type="pres">
      <dgm:prSet presAssocID="{B45A46D2-8964-47D1-8714-C1E91C5C180F}" presName="desTx" presStyleLbl="revTx" presStyleIdx="7" presStyleCnt="8">
        <dgm:presLayoutVars/>
      </dgm:prSet>
      <dgm:spPr/>
    </dgm:pt>
  </dgm:ptLst>
  <dgm:cxnLst>
    <dgm:cxn modelId="{56E67109-45C7-4369-B2B2-DAFF67D02CC4}" type="presOf" srcId="{B45A46D2-8964-47D1-8714-C1E91C5C180F}" destId="{AE687F76-B86A-43F6-B9A4-446D3B48CF19}" srcOrd="0" destOrd="0" presId="urn:microsoft.com/office/officeart/2018/5/layout/CenteredIconLabelDescriptionList"/>
    <dgm:cxn modelId="{5991E312-8783-4611-BD58-D56FA5E13077}" srcId="{B45A46D2-8964-47D1-8714-C1E91C5C180F}" destId="{B4D9C8A7-C381-4616-A59D-5C18FFF995A3}" srcOrd="1" destOrd="0" parTransId="{22EA22D7-CA6D-4A7F-AA49-5873B620FB99}" sibTransId="{392041C8-E4E2-4A75-A45F-82C1403FEEE9}"/>
    <dgm:cxn modelId="{83D65016-4687-4172-B571-0A836F166494}" type="presOf" srcId="{E82E92F7-40D4-4585-B4FC-E61C708552A9}" destId="{761D6AD1-AC11-4AF7-A1BD-F239657A98A8}" srcOrd="0" destOrd="2" presId="urn:microsoft.com/office/officeart/2018/5/layout/CenteredIconLabelDescriptionList"/>
    <dgm:cxn modelId="{2E59281A-3A4E-4EC7-8989-DFBC76BC3D4A}" type="presOf" srcId="{A64E309E-4187-40E7-9E08-EAADCF6ED69C}" destId="{761D6AD1-AC11-4AF7-A1BD-F239657A98A8}" srcOrd="0" destOrd="0" presId="urn:microsoft.com/office/officeart/2018/5/layout/CenteredIconLabelDescriptionList"/>
    <dgm:cxn modelId="{7F901F24-4EA3-43FD-89FB-0FC95F4AE261}" srcId="{AFF40A01-0366-49A0-8774-BFD0EFE97220}" destId="{A457D3AA-4463-441C-BABA-F75F840580D4}" srcOrd="1" destOrd="0" parTransId="{EAAA7A52-B602-4F81-97CB-FE4B3F202A0E}" sibTransId="{FB56BA0B-B4E5-4C8F-BACD-0F2BE47774A5}"/>
    <dgm:cxn modelId="{C1223525-D655-4926-9825-CA421681EC0B}" srcId="{D157C371-73A7-4D0B-900B-CA59B9A28180}" destId="{E82E92F7-40D4-4585-B4FC-E61C708552A9}" srcOrd="2" destOrd="0" parTransId="{43F548E7-EC70-4D73-85D7-A0DEDAA2A5F7}" sibTransId="{253D4826-78E4-4656-9795-B3FEF4443C7F}"/>
    <dgm:cxn modelId="{4F0B8033-63D2-4D21-815A-2F99C8571E1E}" type="presOf" srcId="{AFF40A01-0366-49A0-8774-BFD0EFE97220}" destId="{1BAC2469-E4EB-4B75-B038-2895FCF96ACE}" srcOrd="0" destOrd="0" presId="urn:microsoft.com/office/officeart/2018/5/layout/CenteredIconLabelDescriptionList"/>
    <dgm:cxn modelId="{2B282247-2564-4B6B-99F2-692C7AA44EF1}" type="presOf" srcId="{7D991933-2360-4FF5-B28A-0C496581D02B}" destId="{AE4E9D15-D287-499B-97E1-AE2EE049C969}" srcOrd="0" destOrd="2" presId="urn:microsoft.com/office/officeart/2018/5/layout/CenteredIconLabelDescriptionList"/>
    <dgm:cxn modelId="{2D2F0E69-E326-4148-9911-F2E1A13F3134}" type="presOf" srcId="{8E27144A-9225-4959-B549-B8747CBE5E71}" destId="{E8B17884-48BD-483B-9C10-82F68F5A7C2C}" srcOrd="0" destOrd="0" presId="urn:microsoft.com/office/officeart/2018/5/layout/CenteredIconLabelDescriptionList"/>
    <dgm:cxn modelId="{9D535650-344E-48B6-BE58-39BBF2800FD2}" srcId="{AFF40A01-0366-49A0-8774-BFD0EFE97220}" destId="{D157C371-73A7-4D0B-900B-CA59B9A28180}" srcOrd="2" destOrd="0" parTransId="{8D100948-68E9-4135-ABAD-564A9293E085}" sibTransId="{34C1EFAC-A0CA-462F-B07F-77AAA16C6B92}"/>
    <dgm:cxn modelId="{6A80CD57-F302-40C0-BAE2-B81BFC618A38}" srcId="{B45A46D2-8964-47D1-8714-C1E91C5C180F}" destId="{43C5D1CD-468D-4555-A005-85F4C5280C1A}" srcOrd="0" destOrd="0" parTransId="{C30FA2B1-81BC-4721-ABDA-BE8C590F09F4}" sibTransId="{96201CA7-0FF0-48F4-8251-55A6C3A7B997}"/>
    <dgm:cxn modelId="{CAA0265A-7C1D-4D4B-ABEE-410B97A8D750}" srcId="{AFF40A01-0366-49A0-8774-BFD0EFE97220}" destId="{8E27144A-9225-4959-B549-B8747CBE5E71}" srcOrd="0" destOrd="0" parTransId="{1AF77A50-7C94-4631-A468-A470F622ACBE}" sibTransId="{5F18418D-70D2-49AF-A454-C226F0A36019}"/>
    <dgm:cxn modelId="{86B23186-C165-40CC-9FA0-F2D1A69A10FF}" srcId="{A457D3AA-4463-441C-BABA-F75F840580D4}" destId="{8B98CE3D-9182-4270-B33A-6F7BF600AF7B}" srcOrd="0" destOrd="0" parTransId="{9652942A-AC1D-4425-A94C-A01FD1A79CE8}" sibTransId="{AFE27BCE-EFF4-4CA7-9353-192D5CCACAC9}"/>
    <dgm:cxn modelId="{C507EC9F-9565-4A4F-A9C1-AD1E5EE75BA0}" type="presOf" srcId="{D157C371-73A7-4D0B-900B-CA59B9A28180}" destId="{AF65E64A-6AF0-4803-A773-E78D54C7F684}" srcOrd="0" destOrd="0" presId="urn:microsoft.com/office/officeart/2018/5/layout/CenteredIconLabelDescriptionList"/>
    <dgm:cxn modelId="{5DB4CFA2-D48D-40EE-BFEC-149BE48167B7}" srcId="{AFF40A01-0366-49A0-8774-BFD0EFE97220}" destId="{B45A46D2-8964-47D1-8714-C1E91C5C180F}" srcOrd="3" destOrd="0" parTransId="{D1F78872-C60C-4F5D-864D-C3C52ED4A85E}" sibTransId="{600D1F36-290D-4FC6-88DC-A0CE3EB3344E}"/>
    <dgm:cxn modelId="{053E2BA5-358B-4F4A-8141-EC879DB8AA10}" srcId="{A457D3AA-4463-441C-BABA-F75F840580D4}" destId="{FDBD26DB-F41D-4D32-98A2-327307453710}" srcOrd="1" destOrd="0" parTransId="{B6FFB8D1-A3D3-4404-97F3-A0C3F6FB6A34}" sibTransId="{F3939A7D-A2BA-4D09-A88F-D02FCCB331E7}"/>
    <dgm:cxn modelId="{9F423EB4-5AAF-4CA7-88A8-E06C41D692C9}" srcId="{D157C371-73A7-4D0B-900B-CA59B9A28180}" destId="{846F681F-8901-46E4-BF09-625F64538FCA}" srcOrd="1" destOrd="0" parTransId="{DF02D073-4EE4-4774-BD21-F7E5809B93BA}" sibTransId="{FABCB1FE-919C-4F8D-89E8-B033082F8174}"/>
    <dgm:cxn modelId="{9F0CD2C7-F88C-4721-8080-F48A2C353BEA}" type="presOf" srcId="{A457D3AA-4463-441C-BABA-F75F840580D4}" destId="{12B05AF4-8034-46EF-BEEC-78763E289792}" srcOrd="0" destOrd="0" presId="urn:microsoft.com/office/officeart/2018/5/layout/CenteredIconLabelDescriptionList"/>
    <dgm:cxn modelId="{2368CBD1-017B-498B-AFE4-033A2AB62D29}" type="presOf" srcId="{FDBD26DB-F41D-4D32-98A2-327307453710}" destId="{6068A0A3-8ABA-4BB7-91D8-1D6C7B6E6943}" srcOrd="0" destOrd="1" presId="urn:microsoft.com/office/officeart/2018/5/layout/CenteredIconLabelDescriptionList"/>
    <dgm:cxn modelId="{B72976D6-F349-47F2-9FA0-82D8F809B18F}" srcId="{B45A46D2-8964-47D1-8714-C1E91C5C180F}" destId="{7D991933-2360-4FF5-B28A-0C496581D02B}" srcOrd="2" destOrd="0" parTransId="{F0D91F8D-E86F-4348-BE20-4DB49324F320}" sibTransId="{B3601CBC-C862-440E-92F5-BAEFAC79BCA5}"/>
    <dgm:cxn modelId="{C34EF6DF-D944-4E9C-A574-476497FF7975}" srcId="{D157C371-73A7-4D0B-900B-CA59B9A28180}" destId="{A64E309E-4187-40E7-9E08-EAADCF6ED69C}" srcOrd="0" destOrd="0" parTransId="{B9794F08-0642-439D-B4A1-A14A53433F58}" sibTransId="{865AE1A5-D397-4B9B-BA3F-54617C63FAC8}"/>
    <dgm:cxn modelId="{AB283DEB-118D-40C7-96B2-46743B1918BB}" type="presOf" srcId="{B4D9C8A7-C381-4616-A59D-5C18FFF995A3}" destId="{AE4E9D15-D287-499B-97E1-AE2EE049C969}" srcOrd="0" destOrd="1" presId="urn:microsoft.com/office/officeart/2018/5/layout/CenteredIconLabelDescriptionList"/>
    <dgm:cxn modelId="{38C2D0EE-4C18-4946-875F-BAE763F6D3FB}" type="presOf" srcId="{8B98CE3D-9182-4270-B33A-6F7BF600AF7B}" destId="{6068A0A3-8ABA-4BB7-91D8-1D6C7B6E6943}" srcOrd="0" destOrd="0" presId="urn:microsoft.com/office/officeart/2018/5/layout/CenteredIconLabelDescriptionList"/>
    <dgm:cxn modelId="{5E06F3F8-06DC-4BC9-AE08-7736C51DE012}" type="presOf" srcId="{846F681F-8901-46E4-BF09-625F64538FCA}" destId="{761D6AD1-AC11-4AF7-A1BD-F239657A98A8}" srcOrd="0" destOrd="1" presId="urn:microsoft.com/office/officeart/2018/5/layout/CenteredIconLabelDescriptionList"/>
    <dgm:cxn modelId="{C8A565FA-1461-4120-932C-F7422605D10C}" type="presOf" srcId="{43C5D1CD-468D-4555-A005-85F4C5280C1A}" destId="{AE4E9D15-D287-499B-97E1-AE2EE049C969}" srcOrd="0" destOrd="0" presId="urn:microsoft.com/office/officeart/2018/5/layout/CenteredIconLabelDescriptionList"/>
    <dgm:cxn modelId="{B6478C1D-DDEE-4290-8D3F-5C4F0A528C72}" type="presParOf" srcId="{1BAC2469-E4EB-4B75-B038-2895FCF96ACE}" destId="{A4656E18-A84E-43DA-907B-9248CE52CDE2}" srcOrd="0" destOrd="0" presId="urn:microsoft.com/office/officeart/2018/5/layout/CenteredIconLabelDescriptionList"/>
    <dgm:cxn modelId="{52D54D7A-EFDA-4A16-BA49-086E6C36BF17}" type="presParOf" srcId="{A4656E18-A84E-43DA-907B-9248CE52CDE2}" destId="{21C08146-C3AF-4E87-9022-2794FC0EF107}" srcOrd="0" destOrd="0" presId="urn:microsoft.com/office/officeart/2018/5/layout/CenteredIconLabelDescriptionList"/>
    <dgm:cxn modelId="{43EFC30B-32C7-4C5B-9E7E-451399064B38}" type="presParOf" srcId="{A4656E18-A84E-43DA-907B-9248CE52CDE2}" destId="{BE48BC88-8F81-4FB0-941A-D7546EDB96C5}" srcOrd="1" destOrd="0" presId="urn:microsoft.com/office/officeart/2018/5/layout/CenteredIconLabelDescriptionList"/>
    <dgm:cxn modelId="{2FF4FD3A-313B-442C-AEB7-0266E1060F49}" type="presParOf" srcId="{A4656E18-A84E-43DA-907B-9248CE52CDE2}" destId="{E8B17884-48BD-483B-9C10-82F68F5A7C2C}" srcOrd="2" destOrd="0" presId="urn:microsoft.com/office/officeart/2018/5/layout/CenteredIconLabelDescriptionList"/>
    <dgm:cxn modelId="{0A09390E-EC88-4BB6-AF42-515B7CC104AF}" type="presParOf" srcId="{A4656E18-A84E-43DA-907B-9248CE52CDE2}" destId="{5F661113-1AB2-4235-94E6-0096418F0B4D}" srcOrd="3" destOrd="0" presId="urn:microsoft.com/office/officeart/2018/5/layout/CenteredIconLabelDescriptionList"/>
    <dgm:cxn modelId="{159E6908-E0B6-4EE2-90E0-16D3D1916E03}" type="presParOf" srcId="{A4656E18-A84E-43DA-907B-9248CE52CDE2}" destId="{C0803113-73E2-4F85-8ADB-784AA072FB28}" srcOrd="4" destOrd="0" presId="urn:microsoft.com/office/officeart/2018/5/layout/CenteredIconLabelDescriptionList"/>
    <dgm:cxn modelId="{05714D08-8F39-4667-BD88-876F44846730}" type="presParOf" srcId="{1BAC2469-E4EB-4B75-B038-2895FCF96ACE}" destId="{9D07D195-B9B1-42DE-8077-BCDF7157B200}" srcOrd="1" destOrd="0" presId="urn:microsoft.com/office/officeart/2018/5/layout/CenteredIconLabelDescriptionList"/>
    <dgm:cxn modelId="{8219DD1A-67C1-4B4C-8AB1-E5C52C73F6EE}" type="presParOf" srcId="{1BAC2469-E4EB-4B75-B038-2895FCF96ACE}" destId="{CBAF4125-669E-4F52-935C-4D8C111B819F}" srcOrd="2" destOrd="0" presId="urn:microsoft.com/office/officeart/2018/5/layout/CenteredIconLabelDescriptionList"/>
    <dgm:cxn modelId="{F9C728C6-16A0-409A-A5E2-318E61D70741}" type="presParOf" srcId="{CBAF4125-669E-4F52-935C-4D8C111B819F}" destId="{289EECBD-BB53-454D-8DC9-995016959168}" srcOrd="0" destOrd="0" presId="urn:microsoft.com/office/officeart/2018/5/layout/CenteredIconLabelDescriptionList"/>
    <dgm:cxn modelId="{404AB6F1-6799-4003-B74A-F22727C6CED5}" type="presParOf" srcId="{CBAF4125-669E-4F52-935C-4D8C111B819F}" destId="{642B8E2B-3D5A-47F6-AEAB-1329ED9E4946}" srcOrd="1" destOrd="0" presId="urn:microsoft.com/office/officeart/2018/5/layout/CenteredIconLabelDescriptionList"/>
    <dgm:cxn modelId="{A48478B2-C686-4358-A658-23F5611AB605}" type="presParOf" srcId="{CBAF4125-669E-4F52-935C-4D8C111B819F}" destId="{12B05AF4-8034-46EF-BEEC-78763E289792}" srcOrd="2" destOrd="0" presId="urn:microsoft.com/office/officeart/2018/5/layout/CenteredIconLabelDescriptionList"/>
    <dgm:cxn modelId="{AA0647B4-26CB-4666-A528-12D67274DDA0}" type="presParOf" srcId="{CBAF4125-669E-4F52-935C-4D8C111B819F}" destId="{B0B6B1EF-52BA-4EA8-A336-FAB03D0CBB37}" srcOrd="3" destOrd="0" presId="urn:microsoft.com/office/officeart/2018/5/layout/CenteredIconLabelDescriptionList"/>
    <dgm:cxn modelId="{0941C5C5-63A3-4BB7-A926-A59C9B99E801}" type="presParOf" srcId="{CBAF4125-669E-4F52-935C-4D8C111B819F}" destId="{6068A0A3-8ABA-4BB7-91D8-1D6C7B6E6943}" srcOrd="4" destOrd="0" presId="urn:microsoft.com/office/officeart/2018/5/layout/CenteredIconLabelDescriptionList"/>
    <dgm:cxn modelId="{9979E69D-A3A4-48F4-A93E-062C93B71F68}" type="presParOf" srcId="{1BAC2469-E4EB-4B75-B038-2895FCF96ACE}" destId="{38FFA401-C1F1-4960-9358-9EE41F342CE4}" srcOrd="3" destOrd="0" presId="urn:microsoft.com/office/officeart/2018/5/layout/CenteredIconLabelDescriptionList"/>
    <dgm:cxn modelId="{2F6E968C-315E-46E1-8B78-58F349080DA3}" type="presParOf" srcId="{1BAC2469-E4EB-4B75-B038-2895FCF96ACE}" destId="{009000A2-80B3-412A-A076-6AEF0F01B5DA}" srcOrd="4" destOrd="0" presId="urn:microsoft.com/office/officeart/2018/5/layout/CenteredIconLabelDescriptionList"/>
    <dgm:cxn modelId="{EDF7BD81-62CE-4690-A76D-2D6EE6EBFACA}" type="presParOf" srcId="{009000A2-80B3-412A-A076-6AEF0F01B5DA}" destId="{2F727BCF-5D21-4A23-B1FA-801E6CD02A82}" srcOrd="0" destOrd="0" presId="urn:microsoft.com/office/officeart/2018/5/layout/CenteredIconLabelDescriptionList"/>
    <dgm:cxn modelId="{8CCA0308-EA2B-4784-9EB5-078AB36BBCED}" type="presParOf" srcId="{009000A2-80B3-412A-A076-6AEF0F01B5DA}" destId="{653EAD72-D675-4564-805B-D00035B0D03B}" srcOrd="1" destOrd="0" presId="urn:microsoft.com/office/officeart/2018/5/layout/CenteredIconLabelDescriptionList"/>
    <dgm:cxn modelId="{AE665CAB-7C58-4C43-BA6D-64F6991E4B57}" type="presParOf" srcId="{009000A2-80B3-412A-A076-6AEF0F01B5DA}" destId="{AF65E64A-6AF0-4803-A773-E78D54C7F684}" srcOrd="2" destOrd="0" presId="urn:microsoft.com/office/officeart/2018/5/layout/CenteredIconLabelDescriptionList"/>
    <dgm:cxn modelId="{87AE6DD8-31AE-447A-A147-6B07CCE49003}" type="presParOf" srcId="{009000A2-80B3-412A-A076-6AEF0F01B5DA}" destId="{69334C1D-1BFA-4BD5-BF5C-5E0C32978B59}" srcOrd="3" destOrd="0" presId="urn:microsoft.com/office/officeart/2018/5/layout/CenteredIconLabelDescriptionList"/>
    <dgm:cxn modelId="{25368EA0-0DFC-4579-AD34-DB1DA0A57BF2}" type="presParOf" srcId="{009000A2-80B3-412A-A076-6AEF0F01B5DA}" destId="{761D6AD1-AC11-4AF7-A1BD-F239657A98A8}" srcOrd="4" destOrd="0" presId="urn:microsoft.com/office/officeart/2018/5/layout/CenteredIconLabelDescriptionList"/>
    <dgm:cxn modelId="{C7BDA041-D63E-4236-9582-115FD3775CF0}" type="presParOf" srcId="{1BAC2469-E4EB-4B75-B038-2895FCF96ACE}" destId="{628387DF-E39B-4880-92F1-7D295869DCD5}" srcOrd="5" destOrd="0" presId="urn:microsoft.com/office/officeart/2018/5/layout/CenteredIconLabelDescriptionList"/>
    <dgm:cxn modelId="{52E8FDA9-06B8-4CD1-882F-02FB5E74A060}" type="presParOf" srcId="{1BAC2469-E4EB-4B75-B038-2895FCF96ACE}" destId="{9C0A593D-AFBC-4260-BC70-F318A457B16F}" srcOrd="6" destOrd="0" presId="urn:microsoft.com/office/officeart/2018/5/layout/CenteredIconLabelDescriptionList"/>
    <dgm:cxn modelId="{09BCFD3D-87CF-491F-BD7B-A1DEE5EE73B4}" type="presParOf" srcId="{9C0A593D-AFBC-4260-BC70-F318A457B16F}" destId="{B6C4E8EE-96CA-4A08-8D75-E8D8F7071843}" srcOrd="0" destOrd="0" presId="urn:microsoft.com/office/officeart/2018/5/layout/CenteredIconLabelDescriptionList"/>
    <dgm:cxn modelId="{DFDBDE6D-39B7-4D14-99FA-2C232DFE1B36}" type="presParOf" srcId="{9C0A593D-AFBC-4260-BC70-F318A457B16F}" destId="{7F5B72DE-99C4-409C-946B-52E85060882E}" srcOrd="1" destOrd="0" presId="urn:microsoft.com/office/officeart/2018/5/layout/CenteredIconLabelDescriptionList"/>
    <dgm:cxn modelId="{55B941FE-F097-4D88-8C6D-3A7B3EE361F9}" type="presParOf" srcId="{9C0A593D-AFBC-4260-BC70-F318A457B16F}" destId="{AE687F76-B86A-43F6-B9A4-446D3B48CF19}" srcOrd="2" destOrd="0" presId="urn:microsoft.com/office/officeart/2018/5/layout/CenteredIconLabelDescriptionList"/>
    <dgm:cxn modelId="{974F9A89-D3E5-4117-ABDA-754442077B08}" type="presParOf" srcId="{9C0A593D-AFBC-4260-BC70-F318A457B16F}" destId="{73996F90-FE72-4BD7-B253-3DBF0569645A}" srcOrd="3" destOrd="0" presId="urn:microsoft.com/office/officeart/2018/5/layout/CenteredIconLabelDescriptionList"/>
    <dgm:cxn modelId="{F8AAAB31-1F69-4C3F-9ED7-3FE954A4846E}" type="presParOf" srcId="{9C0A593D-AFBC-4260-BC70-F318A457B16F}" destId="{AE4E9D15-D287-499B-97E1-AE2EE049C96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EF8991-B84A-4056-A6FE-86A6E15CCDB6}" type="doc">
      <dgm:prSet loTypeId="urn:microsoft.com/office/officeart/2018/2/layout/IconLabelDescriptionList" loCatId="icon" qsTypeId="urn:microsoft.com/office/officeart/2005/8/quickstyle/simple1#97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F308DC1-E193-4CF5-BB95-45FCD55F4F1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 dirty="0"/>
            <a:t>              </a:t>
          </a:r>
        </a:p>
        <a:p>
          <a:pPr>
            <a:lnSpc>
              <a:spcPct val="100000"/>
            </a:lnSpc>
            <a:defRPr b="1"/>
          </a:pPr>
          <a:r>
            <a:rPr lang="en-IN" b="1" dirty="0"/>
            <a:t>	</a:t>
          </a:r>
          <a:r>
            <a:rPr lang="en-IN" b="1"/>
            <a:t>  Dataset</a:t>
          </a:r>
          <a:r>
            <a:rPr lang="en-IN" b="1" dirty="0"/>
            <a:t>:</a:t>
          </a:r>
          <a:endParaRPr lang="en-US" dirty="0"/>
        </a:p>
      </dgm:t>
    </dgm:pt>
    <dgm:pt modelId="{4678783B-77E3-41D9-9C3B-D948C12DFA57}" type="parTrans" cxnId="{A7BF11CF-B042-49E9-9D15-C87013D67914}">
      <dgm:prSet/>
      <dgm:spPr/>
      <dgm:t>
        <a:bodyPr/>
        <a:lstStyle/>
        <a:p>
          <a:endParaRPr lang="en-US"/>
        </a:p>
      </dgm:t>
    </dgm:pt>
    <dgm:pt modelId="{AD7E3E54-CFE2-403F-8609-3A2C5F1DCA92}" type="sibTrans" cxnId="{A7BF11CF-B042-49E9-9D15-C87013D67914}">
      <dgm:prSet/>
      <dgm:spPr/>
      <dgm:t>
        <a:bodyPr/>
        <a:lstStyle/>
        <a:p>
          <a:endParaRPr lang="en-US"/>
        </a:p>
      </dgm:t>
    </dgm:pt>
    <dgm:pt modelId="{3C9446BA-849C-4406-BF02-ED05DEBC4B2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 dirty="0"/>
            <a:t>The Testing Ground (Rossmann Dataset):</a:t>
          </a:r>
          <a:endParaRPr lang="en-US" dirty="0"/>
        </a:p>
      </dgm:t>
    </dgm:pt>
    <dgm:pt modelId="{4431A0CB-70D0-4CF4-BB0D-622289EAFACA}" type="parTrans" cxnId="{6AA6FE83-4869-49CB-8D91-F07657D585CC}">
      <dgm:prSet/>
      <dgm:spPr/>
      <dgm:t>
        <a:bodyPr/>
        <a:lstStyle/>
        <a:p>
          <a:endParaRPr lang="en-US"/>
        </a:p>
      </dgm:t>
    </dgm:pt>
    <dgm:pt modelId="{4BD4FE00-248D-42D7-B09B-ECCBB276CAC9}" type="sibTrans" cxnId="{6AA6FE83-4869-49CB-8D91-F07657D585CC}">
      <dgm:prSet/>
      <dgm:spPr/>
      <dgm:t>
        <a:bodyPr/>
        <a:lstStyle/>
        <a:p>
          <a:endParaRPr lang="en-US"/>
        </a:p>
      </dgm:t>
    </dgm:pt>
    <dgm:pt modelId="{4FECF6D3-D3AE-4D42-8339-F9004ED8BFC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Data from 1,115 distinct European stores.</a:t>
          </a:r>
          <a:endParaRPr lang="en-US" dirty="0"/>
        </a:p>
      </dgm:t>
    </dgm:pt>
    <dgm:pt modelId="{1F820E3C-220E-40B4-96C7-D57128CC3AA1}" type="parTrans" cxnId="{F7FBDE11-D02D-47C1-8A20-FB3E2D07A1DB}">
      <dgm:prSet/>
      <dgm:spPr/>
      <dgm:t>
        <a:bodyPr/>
        <a:lstStyle/>
        <a:p>
          <a:endParaRPr lang="en-US"/>
        </a:p>
      </dgm:t>
    </dgm:pt>
    <dgm:pt modelId="{CB3C30A5-0509-41F7-A37E-14025B846868}" type="sibTrans" cxnId="{F7FBDE11-D02D-47C1-8A20-FB3E2D07A1DB}">
      <dgm:prSet/>
      <dgm:spPr/>
      <dgm:t>
        <a:bodyPr/>
        <a:lstStyle/>
        <a:p>
          <a:endParaRPr lang="en-US"/>
        </a:p>
      </dgm:t>
    </dgm:pt>
    <dgm:pt modelId="{D76C6E24-3B45-4046-A4E1-584A7EF447A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Provides the exact unpredictable, real-world variance needed to test the AI.</a:t>
          </a:r>
          <a:endParaRPr lang="en-US"/>
        </a:p>
      </dgm:t>
    </dgm:pt>
    <dgm:pt modelId="{220AFCF6-289C-4099-BFCF-839696D81884}" type="parTrans" cxnId="{DE39D629-DAD3-4D72-BBCB-0315B212FDAD}">
      <dgm:prSet/>
      <dgm:spPr/>
      <dgm:t>
        <a:bodyPr/>
        <a:lstStyle/>
        <a:p>
          <a:endParaRPr lang="en-US"/>
        </a:p>
      </dgm:t>
    </dgm:pt>
    <dgm:pt modelId="{AF2A968B-3839-4D22-8196-2670614C272D}" type="sibTrans" cxnId="{DE39D629-DAD3-4D72-BBCB-0315B212FDAD}">
      <dgm:prSet/>
      <dgm:spPr/>
      <dgm:t>
        <a:bodyPr/>
        <a:lstStyle/>
        <a:p>
          <a:endParaRPr lang="en-US"/>
        </a:p>
      </dgm:t>
    </dgm:pt>
    <dgm:pt modelId="{AE4A6ABE-9031-4821-BA4D-A65C4A6DF85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 dirty="0"/>
            <a:t>Technical Stack:</a:t>
          </a:r>
          <a:endParaRPr lang="en-US" dirty="0"/>
        </a:p>
      </dgm:t>
    </dgm:pt>
    <dgm:pt modelId="{46AEC7A6-D1DA-4E35-B980-3714B4C27095}" type="parTrans" cxnId="{9DB73FFC-91F2-4842-AFFC-368613F47C35}">
      <dgm:prSet/>
      <dgm:spPr/>
      <dgm:t>
        <a:bodyPr/>
        <a:lstStyle/>
        <a:p>
          <a:endParaRPr lang="en-US"/>
        </a:p>
      </dgm:t>
    </dgm:pt>
    <dgm:pt modelId="{C8684F59-1D7F-4110-A963-3D25CC3E904E}" type="sibTrans" cxnId="{9DB73FFC-91F2-4842-AFFC-368613F47C35}">
      <dgm:prSet/>
      <dgm:spPr/>
      <dgm:t>
        <a:bodyPr/>
        <a:lstStyle/>
        <a:p>
          <a:endParaRPr lang="en-US"/>
        </a:p>
      </dgm:t>
    </dgm:pt>
    <dgm:pt modelId="{CA53FD1E-BC8D-4190-A32D-099CA53A081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Agentic AI Engine:</a:t>
          </a:r>
          <a:r>
            <a:rPr lang="en-IN"/>
            <a:t> Large Language Models (LLM-agents) acting as the Orchestrator.</a:t>
          </a:r>
          <a:endParaRPr lang="en-US"/>
        </a:p>
      </dgm:t>
    </dgm:pt>
    <dgm:pt modelId="{6285C1CE-8ACC-48A4-9642-9E2F325FB05E}" type="parTrans" cxnId="{45376CDF-9BEC-43D1-BB60-6ED6C94097A3}">
      <dgm:prSet/>
      <dgm:spPr/>
      <dgm:t>
        <a:bodyPr/>
        <a:lstStyle/>
        <a:p>
          <a:endParaRPr lang="en-US"/>
        </a:p>
      </dgm:t>
    </dgm:pt>
    <dgm:pt modelId="{F8602F69-F224-4EB3-AE47-3FC2E5F0CE00}" type="sibTrans" cxnId="{45376CDF-9BEC-43D1-BB60-6ED6C94097A3}">
      <dgm:prSet/>
      <dgm:spPr/>
      <dgm:t>
        <a:bodyPr/>
        <a:lstStyle/>
        <a:p>
          <a:endParaRPr lang="en-US"/>
        </a:p>
      </dgm:t>
    </dgm:pt>
    <dgm:pt modelId="{75617D7B-A9CE-43AB-A5B2-2C7C724E259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Core Architecture:</a:t>
          </a:r>
          <a:r>
            <a:rPr lang="en-IN" dirty="0"/>
            <a:t> Federated Learning (FL) framework.</a:t>
          </a:r>
          <a:endParaRPr lang="en-US" dirty="0"/>
        </a:p>
      </dgm:t>
    </dgm:pt>
    <dgm:pt modelId="{4E16BE2F-257A-40F4-9407-8D8F59A12597}" type="parTrans" cxnId="{6124960D-9384-4CE9-B16C-0445373BFA79}">
      <dgm:prSet/>
      <dgm:spPr/>
      <dgm:t>
        <a:bodyPr/>
        <a:lstStyle/>
        <a:p>
          <a:endParaRPr lang="en-US"/>
        </a:p>
      </dgm:t>
    </dgm:pt>
    <dgm:pt modelId="{B444B9D0-ECF0-4952-8B89-06CC0CD5A4EB}" type="sibTrans" cxnId="{6124960D-9384-4CE9-B16C-0445373BFA79}">
      <dgm:prSet/>
      <dgm:spPr/>
      <dgm:t>
        <a:bodyPr/>
        <a:lstStyle/>
        <a:p>
          <a:endParaRPr lang="en-US"/>
        </a:p>
      </dgm:t>
    </dgm:pt>
    <dgm:pt modelId="{C9155EF9-677B-4EA4-B0AE-4E92E5A9A92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Edge Machine Learning:</a:t>
          </a:r>
          <a:r>
            <a:rPr lang="en-IN"/>
            <a:t> Distributed Scikit-Learn linear regressors.</a:t>
          </a:r>
          <a:endParaRPr lang="en-US"/>
        </a:p>
      </dgm:t>
    </dgm:pt>
    <dgm:pt modelId="{C3F113FD-5269-4834-947A-47A360161E88}" type="parTrans" cxnId="{74A9604D-CAE2-4A2C-A633-EA6CDB85E78D}">
      <dgm:prSet/>
      <dgm:spPr/>
      <dgm:t>
        <a:bodyPr/>
        <a:lstStyle/>
        <a:p>
          <a:endParaRPr lang="en-US"/>
        </a:p>
      </dgm:t>
    </dgm:pt>
    <dgm:pt modelId="{76A17102-38F8-488F-A8A9-1EE9F791A409}" type="sibTrans" cxnId="{74A9604D-CAE2-4A2C-A633-EA6CDB85E78D}">
      <dgm:prSet/>
      <dgm:spPr/>
      <dgm:t>
        <a:bodyPr/>
        <a:lstStyle/>
        <a:p>
          <a:endParaRPr lang="en-US"/>
        </a:p>
      </dgm:t>
    </dgm:pt>
    <dgm:pt modelId="{645C73A9-C048-40BC-8AFD-98D6D03ECCE8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Data Processing:</a:t>
          </a:r>
          <a:r>
            <a:rPr lang="en-IN"/>
            <a:t> Python, Pandas, NumPy.</a:t>
          </a:r>
          <a:endParaRPr lang="en-US"/>
        </a:p>
      </dgm:t>
    </dgm:pt>
    <dgm:pt modelId="{D84FBF66-1A59-462D-8851-6B49211EF69A}" type="parTrans" cxnId="{149BCA7C-FF20-4D0E-B3B0-6B074CB8440D}">
      <dgm:prSet/>
      <dgm:spPr/>
      <dgm:t>
        <a:bodyPr/>
        <a:lstStyle/>
        <a:p>
          <a:endParaRPr lang="en-US"/>
        </a:p>
      </dgm:t>
    </dgm:pt>
    <dgm:pt modelId="{429BAA31-2D26-454F-98D3-34F0797EC2CC}" type="sibTrans" cxnId="{149BCA7C-FF20-4D0E-B3B0-6B074CB8440D}">
      <dgm:prSet/>
      <dgm:spPr/>
      <dgm:t>
        <a:bodyPr/>
        <a:lstStyle/>
        <a:p>
          <a:endParaRPr lang="en-US"/>
        </a:p>
      </dgm:t>
    </dgm:pt>
    <dgm:pt modelId="{3FC093CF-6B3E-4763-855A-1CC1ABA34C7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 dirty="0"/>
            <a:t>Expected Outcomes:</a:t>
          </a:r>
          <a:endParaRPr lang="en-US" dirty="0"/>
        </a:p>
      </dgm:t>
    </dgm:pt>
    <dgm:pt modelId="{DBC9CDC8-95DC-48BF-92DC-E126608AB6B1}" type="parTrans" cxnId="{8042CB3D-0425-4EF9-A2DE-C692EFC35F6B}">
      <dgm:prSet/>
      <dgm:spPr/>
      <dgm:t>
        <a:bodyPr/>
        <a:lstStyle/>
        <a:p>
          <a:endParaRPr lang="en-US"/>
        </a:p>
      </dgm:t>
    </dgm:pt>
    <dgm:pt modelId="{7A6756CE-F9F1-439A-8ACA-7A86D7D7043F}" type="sibTrans" cxnId="{8042CB3D-0425-4EF9-A2DE-C692EFC35F6B}">
      <dgm:prSet/>
      <dgm:spPr/>
      <dgm:t>
        <a:bodyPr/>
        <a:lstStyle/>
        <a:p>
          <a:endParaRPr lang="en-US"/>
        </a:p>
      </dgm:t>
    </dgm:pt>
    <dgm:pt modelId="{24D789E2-1E02-42F9-AB45-0B5FD7BCF9B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LLMs transcend chatbots to become mathematical control planes.</a:t>
          </a:r>
          <a:endParaRPr lang="en-US"/>
        </a:p>
      </dgm:t>
    </dgm:pt>
    <dgm:pt modelId="{1C29DC0C-8B7A-4638-9238-07B55E0C45C6}" type="parTrans" cxnId="{2CCA3B16-6F57-4CC9-82C4-1818244AC25E}">
      <dgm:prSet/>
      <dgm:spPr/>
      <dgm:t>
        <a:bodyPr/>
        <a:lstStyle/>
        <a:p>
          <a:endParaRPr lang="en-US"/>
        </a:p>
      </dgm:t>
    </dgm:pt>
    <dgm:pt modelId="{94AE3322-00DA-44FB-9675-53436D248D33}" type="sibTrans" cxnId="{2CCA3B16-6F57-4CC9-82C4-1818244AC25E}">
      <dgm:prSet/>
      <dgm:spPr/>
      <dgm:t>
        <a:bodyPr/>
        <a:lstStyle/>
        <a:p>
          <a:endParaRPr lang="en-US"/>
        </a:p>
      </dgm:t>
    </dgm:pt>
    <dgm:pt modelId="{258E086E-3A53-42B4-A847-6963162334A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Maximized forecasting accuracy for supply chains.</a:t>
          </a:r>
          <a:endParaRPr lang="en-US"/>
        </a:p>
      </dgm:t>
    </dgm:pt>
    <dgm:pt modelId="{12B268B4-513B-48B0-8D93-83A77464E213}" type="parTrans" cxnId="{C5D9C0C7-8C86-4A34-9A3D-43D9B25D9351}">
      <dgm:prSet/>
      <dgm:spPr/>
      <dgm:t>
        <a:bodyPr/>
        <a:lstStyle/>
        <a:p>
          <a:endParaRPr lang="en-US"/>
        </a:p>
      </dgm:t>
    </dgm:pt>
    <dgm:pt modelId="{3A9D21EA-759E-4EE0-A4AC-3B13BD4923CF}" type="sibTrans" cxnId="{C5D9C0C7-8C86-4A34-9A3D-43D9B25D9351}">
      <dgm:prSet/>
      <dgm:spPr/>
      <dgm:t>
        <a:bodyPr/>
        <a:lstStyle/>
        <a:p>
          <a:endParaRPr lang="en-US"/>
        </a:p>
      </dgm:t>
    </dgm:pt>
    <dgm:pt modelId="{F97D9500-0AAB-4188-BB5A-A709541960F8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Zero compromise on customer data privacy.</a:t>
          </a:r>
          <a:endParaRPr lang="en-US"/>
        </a:p>
      </dgm:t>
    </dgm:pt>
    <dgm:pt modelId="{85F93C09-66A8-48DE-9E73-33422D11023A}" type="parTrans" cxnId="{469FEA60-D82C-4A9A-9E60-2515B8EE0873}">
      <dgm:prSet/>
      <dgm:spPr/>
      <dgm:t>
        <a:bodyPr/>
        <a:lstStyle/>
        <a:p>
          <a:endParaRPr lang="en-US"/>
        </a:p>
      </dgm:t>
    </dgm:pt>
    <dgm:pt modelId="{ADCAFB8A-6207-4189-AFCA-BFE39438DA92}" type="sibTrans" cxnId="{469FEA60-D82C-4A9A-9E60-2515B8EE0873}">
      <dgm:prSet/>
      <dgm:spPr/>
      <dgm:t>
        <a:bodyPr/>
        <a:lstStyle/>
        <a:p>
          <a:endParaRPr lang="en-US"/>
        </a:p>
      </dgm:t>
    </dgm:pt>
    <dgm:pt modelId="{CE2AF5BF-B3CE-4ABB-B0FE-4CE898F8D4FE}" type="pres">
      <dgm:prSet presAssocID="{98EF8991-B84A-4056-A6FE-86A6E15CCDB6}" presName="root" presStyleCnt="0">
        <dgm:presLayoutVars>
          <dgm:dir/>
          <dgm:resizeHandles val="exact"/>
        </dgm:presLayoutVars>
      </dgm:prSet>
      <dgm:spPr/>
    </dgm:pt>
    <dgm:pt modelId="{0ABF120C-2B76-4528-9C78-13BCA1CD95C3}" type="pres">
      <dgm:prSet presAssocID="{8F308DC1-E193-4CF5-BB95-45FCD55F4F11}" presName="compNode" presStyleCnt="0"/>
      <dgm:spPr/>
    </dgm:pt>
    <dgm:pt modelId="{16026D85-FB77-480D-8075-26E9D529A24D}" type="pres">
      <dgm:prSet presAssocID="{8F308DC1-E193-4CF5-BB95-45FCD55F4F11}" presName="iconRect" presStyleLbl="node1" presStyleIdx="0" presStyleCnt="4" custLinFactNeighborX="66209" custLinFactNeighborY="2376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F9826F9-B462-4158-9D31-4AD42D585BE2}" type="pres">
      <dgm:prSet presAssocID="{8F308DC1-E193-4CF5-BB95-45FCD55F4F11}" presName="iconSpace" presStyleCnt="0"/>
      <dgm:spPr/>
    </dgm:pt>
    <dgm:pt modelId="{BC5E90AB-A93D-4856-B0F4-15411C33525A}" type="pres">
      <dgm:prSet presAssocID="{8F308DC1-E193-4CF5-BB95-45FCD55F4F11}" presName="parTx" presStyleLbl="revTx" presStyleIdx="0" presStyleCnt="8">
        <dgm:presLayoutVars>
          <dgm:chMax val="0"/>
          <dgm:chPref val="0"/>
        </dgm:presLayoutVars>
      </dgm:prSet>
      <dgm:spPr/>
    </dgm:pt>
    <dgm:pt modelId="{4FF5C7D8-A3AF-45CA-8422-970E157E8DB7}" type="pres">
      <dgm:prSet presAssocID="{8F308DC1-E193-4CF5-BB95-45FCD55F4F11}" presName="txSpace" presStyleCnt="0"/>
      <dgm:spPr/>
    </dgm:pt>
    <dgm:pt modelId="{6B6AF5F8-4E57-4C74-994E-39A5D7A9F88E}" type="pres">
      <dgm:prSet presAssocID="{8F308DC1-E193-4CF5-BB95-45FCD55F4F11}" presName="desTx" presStyleLbl="revTx" presStyleIdx="1" presStyleCnt="8">
        <dgm:presLayoutVars/>
      </dgm:prSet>
      <dgm:spPr/>
    </dgm:pt>
    <dgm:pt modelId="{8EB43BA0-2811-46C2-A1FD-00238AE485C4}" type="pres">
      <dgm:prSet presAssocID="{AD7E3E54-CFE2-403F-8609-3A2C5F1DCA92}" presName="sibTrans" presStyleCnt="0"/>
      <dgm:spPr/>
    </dgm:pt>
    <dgm:pt modelId="{0BD6C3D2-26E3-4C5A-AE5D-4C95230C3F58}" type="pres">
      <dgm:prSet presAssocID="{3C9446BA-849C-4406-BF02-ED05DEBC4B23}" presName="compNode" presStyleCnt="0"/>
      <dgm:spPr/>
    </dgm:pt>
    <dgm:pt modelId="{C2894BD6-07D1-47DF-B190-3E5A26574848}" type="pres">
      <dgm:prSet presAssocID="{3C9446BA-849C-4406-BF02-ED05DEBC4B2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2CBD1F92-7E87-4597-89FD-47CC704EAA9B}" type="pres">
      <dgm:prSet presAssocID="{3C9446BA-849C-4406-BF02-ED05DEBC4B23}" presName="iconSpace" presStyleCnt="0"/>
      <dgm:spPr/>
    </dgm:pt>
    <dgm:pt modelId="{78F43829-E9E6-4DA2-8D63-A032067D0434}" type="pres">
      <dgm:prSet presAssocID="{3C9446BA-849C-4406-BF02-ED05DEBC4B23}" presName="parTx" presStyleLbl="revTx" presStyleIdx="2" presStyleCnt="8">
        <dgm:presLayoutVars>
          <dgm:chMax val="0"/>
          <dgm:chPref val="0"/>
        </dgm:presLayoutVars>
      </dgm:prSet>
      <dgm:spPr/>
    </dgm:pt>
    <dgm:pt modelId="{893FD1A5-3DD9-4AC5-8EF7-D828EC7205F6}" type="pres">
      <dgm:prSet presAssocID="{3C9446BA-849C-4406-BF02-ED05DEBC4B23}" presName="txSpace" presStyleCnt="0"/>
      <dgm:spPr/>
    </dgm:pt>
    <dgm:pt modelId="{A07DFB00-000F-479E-A68B-C19AA936CE4F}" type="pres">
      <dgm:prSet presAssocID="{3C9446BA-849C-4406-BF02-ED05DEBC4B23}" presName="desTx" presStyleLbl="revTx" presStyleIdx="3" presStyleCnt="8">
        <dgm:presLayoutVars/>
      </dgm:prSet>
      <dgm:spPr/>
    </dgm:pt>
    <dgm:pt modelId="{9562F3E5-3168-4FA6-A79F-0B5663CA395A}" type="pres">
      <dgm:prSet presAssocID="{4BD4FE00-248D-42D7-B09B-ECCBB276CAC9}" presName="sibTrans" presStyleCnt="0"/>
      <dgm:spPr/>
    </dgm:pt>
    <dgm:pt modelId="{77888D0C-5F61-4BEC-8120-57E823D4D6C9}" type="pres">
      <dgm:prSet presAssocID="{AE4A6ABE-9031-4821-BA4D-A65C4A6DF85D}" presName="compNode" presStyleCnt="0"/>
      <dgm:spPr/>
    </dgm:pt>
    <dgm:pt modelId="{A7B6558A-2C5F-4CD7-8853-12446504ECA0}" type="pres">
      <dgm:prSet presAssocID="{AE4A6ABE-9031-4821-BA4D-A65C4A6DF85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51F358E9-E91E-4866-AD2A-AEB0EA5DC352}" type="pres">
      <dgm:prSet presAssocID="{AE4A6ABE-9031-4821-BA4D-A65C4A6DF85D}" presName="iconSpace" presStyleCnt="0"/>
      <dgm:spPr/>
    </dgm:pt>
    <dgm:pt modelId="{A5CCE3BF-1BE6-46D8-8AD5-14CFB4FDF19A}" type="pres">
      <dgm:prSet presAssocID="{AE4A6ABE-9031-4821-BA4D-A65C4A6DF85D}" presName="parTx" presStyleLbl="revTx" presStyleIdx="4" presStyleCnt="8">
        <dgm:presLayoutVars>
          <dgm:chMax val="0"/>
          <dgm:chPref val="0"/>
        </dgm:presLayoutVars>
      </dgm:prSet>
      <dgm:spPr/>
    </dgm:pt>
    <dgm:pt modelId="{282CB49B-7B50-4A85-8532-1DF4D2DEA652}" type="pres">
      <dgm:prSet presAssocID="{AE4A6ABE-9031-4821-BA4D-A65C4A6DF85D}" presName="txSpace" presStyleCnt="0"/>
      <dgm:spPr/>
    </dgm:pt>
    <dgm:pt modelId="{BC71EDFC-1731-4274-BBF0-E411933E701F}" type="pres">
      <dgm:prSet presAssocID="{AE4A6ABE-9031-4821-BA4D-A65C4A6DF85D}" presName="desTx" presStyleLbl="revTx" presStyleIdx="5" presStyleCnt="8">
        <dgm:presLayoutVars/>
      </dgm:prSet>
      <dgm:spPr/>
    </dgm:pt>
    <dgm:pt modelId="{674FCAF8-35CE-4B9D-8D4C-3BCCF201B993}" type="pres">
      <dgm:prSet presAssocID="{C8684F59-1D7F-4110-A963-3D25CC3E904E}" presName="sibTrans" presStyleCnt="0"/>
      <dgm:spPr/>
    </dgm:pt>
    <dgm:pt modelId="{41DEEDC2-A4A1-4075-87CA-D8E928D4661E}" type="pres">
      <dgm:prSet presAssocID="{3FC093CF-6B3E-4763-855A-1CC1ABA34C78}" presName="compNode" presStyleCnt="0"/>
      <dgm:spPr/>
    </dgm:pt>
    <dgm:pt modelId="{243AF0D9-0844-4082-BB1B-4C7D6DA0B378}" type="pres">
      <dgm:prSet presAssocID="{3FC093CF-6B3E-4763-855A-1CC1ABA34C7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47DFBAB2-5021-444A-BFE2-FD2ABD6AC76F}" type="pres">
      <dgm:prSet presAssocID="{3FC093CF-6B3E-4763-855A-1CC1ABA34C78}" presName="iconSpace" presStyleCnt="0"/>
      <dgm:spPr/>
    </dgm:pt>
    <dgm:pt modelId="{605263D6-16C9-4A97-A950-B0F59B1735CE}" type="pres">
      <dgm:prSet presAssocID="{3FC093CF-6B3E-4763-855A-1CC1ABA34C78}" presName="parTx" presStyleLbl="revTx" presStyleIdx="6" presStyleCnt="8">
        <dgm:presLayoutVars>
          <dgm:chMax val="0"/>
          <dgm:chPref val="0"/>
        </dgm:presLayoutVars>
      </dgm:prSet>
      <dgm:spPr/>
    </dgm:pt>
    <dgm:pt modelId="{C0678B36-8F03-4DD4-B95F-383CBCBB9B9E}" type="pres">
      <dgm:prSet presAssocID="{3FC093CF-6B3E-4763-855A-1CC1ABA34C78}" presName="txSpace" presStyleCnt="0"/>
      <dgm:spPr/>
    </dgm:pt>
    <dgm:pt modelId="{0630A53A-1E23-4B33-9405-B2B45698AF2C}" type="pres">
      <dgm:prSet presAssocID="{3FC093CF-6B3E-4763-855A-1CC1ABA34C78}" presName="desTx" presStyleLbl="revTx" presStyleIdx="7" presStyleCnt="8">
        <dgm:presLayoutVars/>
      </dgm:prSet>
      <dgm:spPr/>
    </dgm:pt>
  </dgm:ptLst>
  <dgm:cxnLst>
    <dgm:cxn modelId="{6124960D-9384-4CE9-B16C-0445373BFA79}" srcId="{AE4A6ABE-9031-4821-BA4D-A65C4A6DF85D}" destId="{75617D7B-A9CE-43AB-A5B2-2C7C724E2592}" srcOrd="1" destOrd="0" parTransId="{4E16BE2F-257A-40F4-9407-8D8F59A12597}" sibTransId="{B444B9D0-ECF0-4952-8B89-06CC0CD5A4EB}"/>
    <dgm:cxn modelId="{F7FBDE11-D02D-47C1-8A20-FB3E2D07A1DB}" srcId="{3C9446BA-849C-4406-BF02-ED05DEBC4B23}" destId="{4FECF6D3-D3AE-4D42-8339-F9004ED8BFC7}" srcOrd="0" destOrd="0" parTransId="{1F820E3C-220E-40B4-96C7-D57128CC3AA1}" sibTransId="{CB3C30A5-0509-41F7-A37E-14025B846868}"/>
    <dgm:cxn modelId="{2CCA3B16-6F57-4CC9-82C4-1818244AC25E}" srcId="{3FC093CF-6B3E-4763-855A-1CC1ABA34C78}" destId="{24D789E2-1E02-42F9-AB45-0B5FD7BCF9B0}" srcOrd="0" destOrd="0" parTransId="{1C29DC0C-8B7A-4638-9238-07B55E0C45C6}" sibTransId="{94AE3322-00DA-44FB-9675-53436D248D33}"/>
    <dgm:cxn modelId="{DE39D629-DAD3-4D72-BBCB-0315B212FDAD}" srcId="{3C9446BA-849C-4406-BF02-ED05DEBC4B23}" destId="{D76C6E24-3B45-4046-A4E1-584A7EF447AA}" srcOrd="1" destOrd="0" parTransId="{220AFCF6-289C-4099-BFCF-839696D81884}" sibTransId="{AF2A968B-3839-4D22-8196-2670614C272D}"/>
    <dgm:cxn modelId="{8AC94335-D0AF-4D7C-A52F-BE30159D9CB6}" type="presOf" srcId="{F97D9500-0AAB-4188-BB5A-A709541960F8}" destId="{0630A53A-1E23-4B33-9405-B2B45698AF2C}" srcOrd="0" destOrd="2" presId="urn:microsoft.com/office/officeart/2018/2/layout/IconLabelDescriptionList"/>
    <dgm:cxn modelId="{8042CB3D-0425-4EF9-A2DE-C692EFC35F6B}" srcId="{98EF8991-B84A-4056-A6FE-86A6E15CCDB6}" destId="{3FC093CF-6B3E-4763-855A-1CC1ABA34C78}" srcOrd="3" destOrd="0" parTransId="{DBC9CDC8-95DC-48BF-92DC-E126608AB6B1}" sibTransId="{7A6756CE-F9F1-439A-8ACA-7A86D7D7043F}"/>
    <dgm:cxn modelId="{469FEA60-D82C-4A9A-9E60-2515B8EE0873}" srcId="{3FC093CF-6B3E-4763-855A-1CC1ABA34C78}" destId="{F97D9500-0AAB-4188-BB5A-A709541960F8}" srcOrd="2" destOrd="0" parTransId="{85F93C09-66A8-48DE-9E73-33422D11023A}" sibTransId="{ADCAFB8A-6207-4189-AFCA-BFE39438DA92}"/>
    <dgm:cxn modelId="{74A9604D-CAE2-4A2C-A633-EA6CDB85E78D}" srcId="{AE4A6ABE-9031-4821-BA4D-A65C4A6DF85D}" destId="{C9155EF9-677B-4EA4-B0AE-4E92E5A9A920}" srcOrd="2" destOrd="0" parTransId="{C3F113FD-5269-4834-947A-47A360161E88}" sibTransId="{76A17102-38F8-488F-A8A9-1EE9F791A409}"/>
    <dgm:cxn modelId="{CCDC9E6F-3BCD-4ED2-96B3-4A4B4FC3773F}" type="presOf" srcId="{C9155EF9-677B-4EA4-B0AE-4E92E5A9A920}" destId="{BC71EDFC-1731-4274-BBF0-E411933E701F}" srcOrd="0" destOrd="2" presId="urn:microsoft.com/office/officeart/2018/2/layout/IconLabelDescriptionList"/>
    <dgm:cxn modelId="{149BCA7C-FF20-4D0E-B3B0-6B074CB8440D}" srcId="{AE4A6ABE-9031-4821-BA4D-A65C4A6DF85D}" destId="{645C73A9-C048-40BC-8AFD-98D6D03ECCE8}" srcOrd="3" destOrd="0" parTransId="{D84FBF66-1A59-462D-8851-6B49211EF69A}" sibTransId="{429BAA31-2D26-454F-98D3-34F0797EC2CC}"/>
    <dgm:cxn modelId="{6AA6FE83-4869-49CB-8D91-F07657D585CC}" srcId="{98EF8991-B84A-4056-A6FE-86A6E15CCDB6}" destId="{3C9446BA-849C-4406-BF02-ED05DEBC4B23}" srcOrd="1" destOrd="0" parTransId="{4431A0CB-70D0-4CF4-BB0D-622289EAFACA}" sibTransId="{4BD4FE00-248D-42D7-B09B-ECCBB276CAC9}"/>
    <dgm:cxn modelId="{AD2C0692-8CEF-49F4-950E-62CFB8E8CB72}" type="presOf" srcId="{AE4A6ABE-9031-4821-BA4D-A65C4A6DF85D}" destId="{A5CCE3BF-1BE6-46D8-8AD5-14CFB4FDF19A}" srcOrd="0" destOrd="0" presId="urn:microsoft.com/office/officeart/2018/2/layout/IconLabelDescriptionList"/>
    <dgm:cxn modelId="{848D5FAE-78CA-4833-A8C2-89438E73D071}" type="presOf" srcId="{4FECF6D3-D3AE-4D42-8339-F9004ED8BFC7}" destId="{A07DFB00-000F-479E-A68B-C19AA936CE4F}" srcOrd="0" destOrd="0" presId="urn:microsoft.com/office/officeart/2018/2/layout/IconLabelDescriptionList"/>
    <dgm:cxn modelId="{60DF65B2-1FC5-4735-85BB-3A825610514D}" type="presOf" srcId="{3C9446BA-849C-4406-BF02-ED05DEBC4B23}" destId="{78F43829-E9E6-4DA2-8D63-A032067D0434}" srcOrd="0" destOrd="0" presId="urn:microsoft.com/office/officeart/2018/2/layout/IconLabelDescriptionList"/>
    <dgm:cxn modelId="{9811A5B6-8D6C-4C58-B473-8F2F831575BF}" type="presOf" srcId="{258E086E-3A53-42B4-A847-6963162334A6}" destId="{0630A53A-1E23-4B33-9405-B2B45698AF2C}" srcOrd="0" destOrd="1" presId="urn:microsoft.com/office/officeart/2018/2/layout/IconLabelDescriptionList"/>
    <dgm:cxn modelId="{3D8FC1B8-D0D0-4B0A-9C0C-139878EE6EE5}" type="presOf" srcId="{CA53FD1E-BC8D-4190-A32D-099CA53A0816}" destId="{BC71EDFC-1731-4274-BBF0-E411933E701F}" srcOrd="0" destOrd="0" presId="urn:microsoft.com/office/officeart/2018/2/layout/IconLabelDescriptionList"/>
    <dgm:cxn modelId="{C5D9C0C7-8C86-4A34-9A3D-43D9B25D9351}" srcId="{3FC093CF-6B3E-4763-855A-1CC1ABA34C78}" destId="{258E086E-3A53-42B4-A847-6963162334A6}" srcOrd="1" destOrd="0" parTransId="{12B268B4-513B-48B0-8D93-83A77464E213}" sibTransId="{3A9D21EA-759E-4EE0-A4AC-3B13BD4923CF}"/>
    <dgm:cxn modelId="{A7BF11CF-B042-49E9-9D15-C87013D67914}" srcId="{98EF8991-B84A-4056-A6FE-86A6E15CCDB6}" destId="{8F308DC1-E193-4CF5-BB95-45FCD55F4F11}" srcOrd="0" destOrd="0" parTransId="{4678783B-77E3-41D9-9C3B-D948C12DFA57}" sibTransId="{AD7E3E54-CFE2-403F-8609-3A2C5F1DCA92}"/>
    <dgm:cxn modelId="{BADEF2D8-78D1-404E-89D5-038D8F4ADB17}" type="presOf" srcId="{98EF8991-B84A-4056-A6FE-86A6E15CCDB6}" destId="{CE2AF5BF-B3CE-4ABB-B0FE-4CE898F8D4FE}" srcOrd="0" destOrd="0" presId="urn:microsoft.com/office/officeart/2018/2/layout/IconLabelDescriptionList"/>
    <dgm:cxn modelId="{45376CDF-9BEC-43D1-BB60-6ED6C94097A3}" srcId="{AE4A6ABE-9031-4821-BA4D-A65C4A6DF85D}" destId="{CA53FD1E-BC8D-4190-A32D-099CA53A0816}" srcOrd="0" destOrd="0" parTransId="{6285C1CE-8ACC-48A4-9642-9E2F325FB05E}" sibTransId="{F8602F69-F224-4EB3-AE47-3FC2E5F0CE00}"/>
    <dgm:cxn modelId="{761E95E2-EBB5-4256-8D37-3995654BFF0F}" type="presOf" srcId="{645C73A9-C048-40BC-8AFD-98D6D03ECCE8}" destId="{BC71EDFC-1731-4274-BBF0-E411933E701F}" srcOrd="0" destOrd="3" presId="urn:microsoft.com/office/officeart/2018/2/layout/IconLabelDescriptionList"/>
    <dgm:cxn modelId="{BAAF49E5-60F7-4A8F-B6D6-E1DA5C12BD63}" type="presOf" srcId="{D76C6E24-3B45-4046-A4E1-584A7EF447AA}" destId="{A07DFB00-000F-479E-A68B-C19AA936CE4F}" srcOrd="0" destOrd="1" presId="urn:microsoft.com/office/officeart/2018/2/layout/IconLabelDescriptionList"/>
    <dgm:cxn modelId="{C4EDC7F4-745F-4E56-9BC2-013522A996F3}" type="presOf" srcId="{3FC093CF-6B3E-4763-855A-1CC1ABA34C78}" destId="{605263D6-16C9-4A97-A950-B0F59B1735CE}" srcOrd="0" destOrd="0" presId="urn:microsoft.com/office/officeart/2018/2/layout/IconLabelDescriptionList"/>
    <dgm:cxn modelId="{EB2EB7F9-1840-442D-9ED4-F014E442BDC8}" type="presOf" srcId="{24D789E2-1E02-42F9-AB45-0B5FD7BCF9B0}" destId="{0630A53A-1E23-4B33-9405-B2B45698AF2C}" srcOrd="0" destOrd="0" presId="urn:microsoft.com/office/officeart/2018/2/layout/IconLabelDescriptionList"/>
    <dgm:cxn modelId="{288185FA-5B91-427C-AC07-46422E79F820}" type="presOf" srcId="{75617D7B-A9CE-43AB-A5B2-2C7C724E2592}" destId="{BC71EDFC-1731-4274-BBF0-E411933E701F}" srcOrd="0" destOrd="1" presId="urn:microsoft.com/office/officeart/2018/2/layout/IconLabelDescriptionList"/>
    <dgm:cxn modelId="{9DB73FFC-91F2-4842-AFFC-368613F47C35}" srcId="{98EF8991-B84A-4056-A6FE-86A6E15CCDB6}" destId="{AE4A6ABE-9031-4821-BA4D-A65C4A6DF85D}" srcOrd="2" destOrd="0" parTransId="{46AEC7A6-D1DA-4E35-B980-3714B4C27095}" sibTransId="{C8684F59-1D7F-4110-A963-3D25CC3E904E}"/>
    <dgm:cxn modelId="{3D3E90FF-53EB-438B-90B6-174C90E12FF4}" type="presOf" srcId="{8F308DC1-E193-4CF5-BB95-45FCD55F4F11}" destId="{BC5E90AB-A93D-4856-B0F4-15411C33525A}" srcOrd="0" destOrd="0" presId="urn:microsoft.com/office/officeart/2018/2/layout/IconLabelDescriptionList"/>
    <dgm:cxn modelId="{FE970C9C-44BB-49F4-93DA-D4351C4A6575}" type="presParOf" srcId="{CE2AF5BF-B3CE-4ABB-B0FE-4CE898F8D4FE}" destId="{0ABF120C-2B76-4528-9C78-13BCA1CD95C3}" srcOrd="0" destOrd="0" presId="urn:microsoft.com/office/officeart/2018/2/layout/IconLabelDescriptionList"/>
    <dgm:cxn modelId="{74BCD23C-4BD8-4205-908C-7540B8A91089}" type="presParOf" srcId="{0ABF120C-2B76-4528-9C78-13BCA1CD95C3}" destId="{16026D85-FB77-480D-8075-26E9D529A24D}" srcOrd="0" destOrd="0" presId="urn:microsoft.com/office/officeart/2018/2/layout/IconLabelDescriptionList"/>
    <dgm:cxn modelId="{1F4762B2-6B30-4810-AD65-43BC1B9FF5FD}" type="presParOf" srcId="{0ABF120C-2B76-4528-9C78-13BCA1CD95C3}" destId="{0F9826F9-B462-4158-9D31-4AD42D585BE2}" srcOrd="1" destOrd="0" presId="urn:microsoft.com/office/officeart/2018/2/layout/IconLabelDescriptionList"/>
    <dgm:cxn modelId="{E710B83E-794C-42E4-8945-4523D08238A5}" type="presParOf" srcId="{0ABF120C-2B76-4528-9C78-13BCA1CD95C3}" destId="{BC5E90AB-A93D-4856-B0F4-15411C33525A}" srcOrd="2" destOrd="0" presId="urn:microsoft.com/office/officeart/2018/2/layout/IconLabelDescriptionList"/>
    <dgm:cxn modelId="{576B67BD-B5FF-47D1-9FE1-8FAC2298DECB}" type="presParOf" srcId="{0ABF120C-2B76-4528-9C78-13BCA1CD95C3}" destId="{4FF5C7D8-A3AF-45CA-8422-970E157E8DB7}" srcOrd="3" destOrd="0" presId="urn:microsoft.com/office/officeart/2018/2/layout/IconLabelDescriptionList"/>
    <dgm:cxn modelId="{E6569DFC-2077-4F7C-ABA3-7344B2660442}" type="presParOf" srcId="{0ABF120C-2B76-4528-9C78-13BCA1CD95C3}" destId="{6B6AF5F8-4E57-4C74-994E-39A5D7A9F88E}" srcOrd="4" destOrd="0" presId="urn:microsoft.com/office/officeart/2018/2/layout/IconLabelDescriptionList"/>
    <dgm:cxn modelId="{68674904-6086-46CD-AE49-2C9D10486272}" type="presParOf" srcId="{CE2AF5BF-B3CE-4ABB-B0FE-4CE898F8D4FE}" destId="{8EB43BA0-2811-46C2-A1FD-00238AE485C4}" srcOrd="1" destOrd="0" presId="urn:microsoft.com/office/officeart/2018/2/layout/IconLabelDescriptionList"/>
    <dgm:cxn modelId="{68D7CC23-97ED-4312-A408-FDB60380471A}" type="presParOf" srcId="{CE2AF5BF-B3CE-4ABB-B0FE-4CE898F8D4FE}" destId="{0BD6C3D2-26E3-4C5A-AE5D-4C95230C3F58}" srcOrd="2" destOrd="0" presId="urn:microsoft.com/office/officeart/2018/2/layout/IconLabelDescriptionList"/>
    <dgm:cxn modelId="{203FC9FE-424A-4B7B-8439-C40669994B42}" type="presParOf" srcId="{0BD6C3D2-26E3-4C5A-AE5D-4C95230C3F58}" destId="{C2894BD6-07D1-47DF-B190-3E5A26574848}" srcOrd="0" destOrd="0" presId="urn:microsoft.com/office/officeart/2018/2/layout/IconLabelDescriptionList"/>
    <dgm:cxn modelId="{434583A8-6FE3-45BE-B9BC-FB241287CCE3}" type="presParOf" srcId="{0BD6C3D2-26E3-4C5A-AE5D-4C95230C3F58}" destId="{2CBD1F92-7E87-4597-89FD-47CC704EAA9B}" srcOrd="1" destOrd="0" presId="urn:microsoft.com/office/officeart/2018/2/layout/IconLabelDescriptionList"/>
    <dgm:cxn modelId="{93694E36-F336-41C5-9B62-FC8CB96F2A47}" type="presParOf" srcId="{0BD6C3D2-26E3-4C5A-AE5D-4C95230C3F58}" destId="{78F43829-E9E6-4DA2-8D63-A032067D0434}" srcOrd="2" destOrd="0" presId="urn:microsoft.com/office/officeart/2018/2/layout/IconLabelDescriptionList"/>
    <dgm:cxn modelId="{BB94AC44-B313-4E8C-B9EE-922304687372}" type="presParOf" srcId="{0BD6C3D2-26E3-4C5A-AE5D-4C95230C3F58}" destId="{893FD1A5-3DD9-4AC5-8EF7-D828EC7205F6}" srcOrd="3" destOrd="0" presId="urn:microsoft.com/office/officeart/2018/2/layout/IconLabelDescriptionList"/>
    <dgm:cxn modelId="{976C7443-5FB4-4C6E-9B34-0DC11DD46536}" type="presParOf" srcId="{0BD6C3D2-26E3-4C5A-AE5D-4C95230C3F58}" destId="{A07DFB00-000F-479E-A68B-C19AA936CE4F}" srcOrd="4" destOrd="0" presId="urn:microsoft.com/office/officeart/2018/2/layout/IconLabelDescriptionList"/>
    <dgm:cxn modelId="{D8A81583-418F-4ED2-8527-835D6F503D2F}" type="presParOf" srcId="{CE2AF5BF-B3CE-4ABB-B0FE-4CE898F8D4FE}" destId="{9562F3E5-3168-4FA6-A79F-0B5663CA395A}" srcOrd="3" destOrd="0" presId="urn:microsoft.com/office/officeart/2018/2/layout/IconLabelDescriptionList"/>
    <dgm:cxn modelId="{FBA070CE-3215-4E21-8EBC-0E7AC408655E}" type="presParOf" srcId="{CE2AF5BF-B3CE-4ABB-B0FE-4CE898F8D4FE}" destId="{77888D0C-5F61-4BEC-8120-57E823D4D6C9}" srcOrd="4" destOrd="0" presId="urn:microsoft.com/office/officeart/2018/2/layout/IconLabelDescriptionList"/>
    <dgm:cxn modelId="{9C022534-EE3C-4462-B7BE-A07D4D75947C}" type="presParOf" srcId="{77888D0C-5F61-4BEC-8120-57E823D4D6C9}" destId="{A7B6558A-2C5F-4CD7-8853-12446504ECA0}" srcOrd="0" destOrd="0" presId="urn:microsoft.com/office/officeart/2018/2/layout/IconLabelDescriptionList"/>
    <dgm:cxn modelId="{DFCEF83C-C64E-414F-BD47-56015243B379}" type="presParOf" srcId="{77888D0C-5F61-4BEC-8120-57E823D4D6C9}" destId="{51F358E9-E91E-4866-AD2A-AEB0EA5DC352}" srcOrd="1" destOrd="0" presId="urn:microsoft.com/office/officeart/2018/2/layout/IconLabelDescriptionList"/>
    <dgm:cxn modelId="{6B03703E-25E5-419B-9CD2-647F639A2189}" type="presParOf" srcId="{77888D0C-5F61-4BEC-8120-57E823D4D6C9}" destId="{A5CCE3BF-1BE6-46D8-8AD5-14CFB4FDF19A}" srcOrd="2" destOrd="0" presId="urn:microsoft.com/office/officeart/2018/2/layout/IconLabelDescriptionList"/>
    <dgm:cxn modelId="{5C11A923-EF9B-46F3-A120-2F60EFCAE4AD}" type="presParOf" srcId="{77888D0C-5F61-4BEC-8120-57E823D4D6C9}" destId="{282CB49B-7B50-4A85-8532-1DF4D2DEA652}" srcOrd="3" destOrd="0" presId="urn:microsoft.com/office/officeart/2018/2/layout/IconLabelDescriptionList"/>
    <dgm:cxn modelId="{B1E549A0-DB05-4712-AC3F-735924E4C56D}" type="presParOf" srcId="{77888D0C-5F61-4BEC-8120-57E823D4D6C9}" destId="{BC71EDFC-1731-4274-BBF0-E411933E701F}" srcOrd="4" destOrd="0" presId="urn:microsoft.com/office/officeart/2018/2/layout/IconLabelDescriptionList"/>
    <dgm:cxn modelId="{69FCAFAB-5D63-4AFF-ACFD-6185BFD8D5FB}" type="presParOf" srcId="{CE2AF5BF-B3CE-4ABB-B0FE-4CE898F8D4FE}" destId="{674FCAF8-35CE-4B9D-8D4C-3BCCF201B993}" srcOrd="5" destOrd="0" presId="urn:microsoft.com/office/officeart/2018/2/layout/IconLabelDescriptionList"/>
    <dgm:cxn modelId="{9EDD2772-9E77-48EF-89E0-603531F33C09}" type="presParOf" srcId="{CE2AF5BF-B3CE-4ABB-B0FE-4CE898F8D4FE}" destId="{41DEEDC2-A4A1-4075-87CA-D8E928D4661E}" srcOrd="6" destOrd="0" presId="urn:microsoft.com/office/officeart/2018/2/layout/IconLabelDescriptionList"/>
    <dgm:cxn modelId="{6213D136-117F-4C04-80F9-8687F889E3D1}" type="presParOf" srcId="{41DEEDC2-A4A1-4075-87CA-D8E928D4661E}" destId="{243AF0D9-0844-4082-BB1B-4C7D6DA0B378}" srcOrd="0" destOrd="0" presId="urn:microsoft.com/office/officeart/2018/2/layout/IconLabelDescriptionList"/>
    <dgm:cxn modelId="{2A575A68-9D24-4A9A-9545-17327EF0B293}" type="presParOf" srcId="{41DEEDC2-A4A1-4075-87CA-D8E928D4661E}" destId="{47DFBAB2-5021-444A-BFE2-FD2ABD6AC76F}" srcOrd="1" destOrd="0" presId="urn:microsoft.com/office/officeart/2018/2/layout/IconLabelDescriptionList"/>
    <dgm:cxn modelId="{28169063-0FBC-46D5-90C6-83B602B54022}" type="presParOf" srcId="{41DEEDC2-A4A1-4075-87CA-D8E928D4661E}" destId="{605263D6-16C9-4A97-A950-B0F59B1735CE}" srcOrd="2" destOrd="0" presId="urn:microsoft.com/office/officeart/2018/2/layout/IconLabelDescriptionList"/>
    <dgm:cxn modelId="{177334B4-74DC-4EE2-8FAB-3482E148D762}" type="presParOf" srcId="{41DEEDC2-A4A1-4075-87CA-D8E928D4661E}" destId="{C0678B36-8F03-4DD4-B95F-383CBCBB9B9E}" srcOrd="3" destOrd="0" presId="urn:microsoft.com/office/officeart/2018/2/layout/IconLabelDescriptionList"/>
    <dgm:cxn modelId="{3ADF8B81-05BB-4F68-BC96-1CDEBB32FC7C}" type="presParOf" srcId="{41DEEDC2-A4A1-4075-87CA-D8E928D4661E}" destId="{0630A53A-1E23-4B33-9405-B2B45698AF2C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C08146-C3AF-4E87-9022-2794FC0EF107}">
      <dsp:nvSpPr>
        <dsp:cNvPr id="0" name=""/>
        <dsp:cNvSpPr/>
      </dsp:nvSpPr>
      <dsp:spPr>
        <a:xfrm>
          <a:off x="829352" y="1701294"/>
          <a:ext cx="884460" cy="8844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B17884-48BD-483B-9C10-82F68F5A7C2C}">
      <dsp:nvSpPr>
        <dsp:cNvPr id="0" name=""/>
        <dsp:cNvSpPr/>
      </dsp:nvSpPr>
      <dsp:spPr>
        <a:xfrm>
          <a:off x="8067" y="2705464"/>
          <a:ext cx="2527031" cy="3790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500" b="1" kern="1200"/>
            <a:t>Dataset</a:t>
          </a:r>
          <a:endParaRPr lang="en-US" sz="1500" kern="1200"/>
        </a:p>
      </dsp:txBody>
      <dsp:txXfrm>
        <a:off x="8067" y="2705464"/>
        <a:ext cx="2527031" cy="379054"/>
      </dsp:txXfrm>
    </dsp:sp>
    <dsp:sp modelId="{C0803113-73E2-4F85-8ADB-784AA072FB28}">
      <dsp:nvSpPr>
        <dsp:cNvPr id="0" name=""/>
        <dsp:cNvSpPr/>
      </dsp:nvSpPr>
      <dsp:spPr>
        <a:xfrm>
          <a:off x="8067" y="3140197"/>
          <a:ext cx="2527031" cy="1345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9EECBD-BB53-454D-8DC9-995016959168}">
      <dsp:nvSpPr>
        <dsp:cNvPr id="0" name=""/>
        <dsp:cNvSpPr/>
      </dsp:nvSpPr>
      <dsp:spPr>
        <a:xfrm>
          <a:off x="3798614" y="1701294"/>
          <a:ext cx="884460" cy="8844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B05AF4-8034-46EF-BEEC-78763E289792}">
      <dsp:nvSpPr>
        <dsp:cNvPr id="0" name=""/>
        <dsp:cNvSpPr/>
      </dsp:nvSpPr>
      <dsp:spPr>
        <a:xfrm>
          <a:off x="2977329" y="2705464"/>
          <a:ext cx="2527031" cy="3790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500" b="1" kern="1200" dirty="0"/>
            <a:t>The Data Engine (SCADA):</a:t>
          </a:r>
          <a:endParaRPr lang="en-US" sz="1500" kern="1200" dirty="0"/>
        </a:p>
      </dsp:txBody>
      <dsp:txXfrm>
        <a:off x="2977329" y="2705464"/>
        <a:ext cx="2527031" cy="379054"/>
      </dsp:txXfrm>
    </dsp:sp>
    <dsp:sp modelId="{6068A0A3-8ABA-4BB7-91D8-1D6C7B6E6943}">
      <dsp:nvSpPr>
        <dsp:cNvPr id="0" name=""/>
        <dsp:cNvSpPr/>
      </dsp:nvSpPr>
      <dsp:spPr>
        <a:xfrm>
          <a:off x="2977329" y="3140197"/>
          <a:ext cx="2527031" cy="1345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Real-time physical telemetry (pressure, vibration).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Acts as the autonomous trigger for AI diagnostic reasoning.</a:t>
          </a:r>
          <a:endParaRPr lang="en-US" sz="1100" kern="1200"/>
        </a:p>
      </dsp:txBody>
      <dsp:txXfrm>
        <a:off x="2977329" y="3140197"/>
        <a:ext cx="2527031" cy="1345032"/>
      </dsp:txXfrm>
    </dsp:sp>
    <dsp:sp modelId="{2F727BCF-5D21-4A23-B1FA-801E6CD02A82}">
      <dsp:nvSpPr>
        <dsp:cNvPr id="0" name=""/>
        <dsp:cNvSpPr/>
      </dsp:nvSpPr>
      <dsp:spPr>
        <a:xfrm>
          <a:off x="6767876" y="1701294"/>
          <a:ext cx="884460" cy="8844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65E64A-6AF0-4803-A773-E78D54C7F684}">
      <dsp:nvSpPr>
        <dsp:cNvPr id="0" name=""/>
        <dsp:cNvSpPr/>
      </dsp:nvSpPr>
      <dsp:spPr>
        <a:xfrm>
          <a:off x="5946591" y="2705464"/>
          <a:ext cx="2527031" cy="3790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500" b="1" kern="1200"/>
            <a:t>Technical Stack:</a:t>
          </a:r>
          <a:endParaRPr lang="en-US" sz="1500" kern="1200"/>
        </a:p>
      </dsp:txBody>
      <dsp:txXfrm>
        <a:off x="5946591" y="2705464"/>
        <a:ext cx="2527031" cy="379054"/>
      </dsp:txXfrm>
    </dsp:sp>
    <dsp:sp modelId="{761D6AD1-AC11-4AF7-A1BD-F239657A98A8}">
      <dsp:nvSpPr>
        <dsp:cNvPr id="0" name=""/>
        <dsp:cNvSpPr/>
      </dsp:nvSpPr>
      <dsp:spPr>
        <a:xfrm>
          <a:off x="5946591" y="3140197"/>
          <a:ext cx="2527031" cy="1345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AI Engine:</a:t>
          </a:r>
          <a:r>
            <a:rPr lang="en-IN" sz="1100" kern="1200"/>
            <a:t> Large Language Models (LLMs)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Retrieval:</a:t>
          </a:r>
          <a:r>
            <a:rPr lang="en-IN" sz="1100" kern="1200"/>
            <a:t> FAISS Vector Indices (Multi-RAG)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Integration:</a:t>
          </a:r>
          <a:r>
            <a:rPr lang="en-IN" sz="1100" kern="1200"/>
            <a:t> Python &amp; FastMCP SDK</a:t>
          </a:r>
          <a:endParaRPr lang="en-US" sz="1100" kern="1200"/>
        </a:p>
      </dsp:txBody>
      <dsp:txXfrm>
        <a:off x="5946591" y="3140197"/>
        <a:ext cx="2527031" cy="1345032"/>
      </dsp:txXfrm>
    </dsp:sp>
    <dsp:sp modelId="{B6C4E8EE-96CA-4A08-8D75-E8D8F7071843}">
      <dsp:nvSpPr>
        <dsp:cNvPr id="0" name=""/>
        <dsp:cNvSpPr/>
      </dsp:nvSpPr>
      <dsp:spPr>
        <a:xfrm>
          <a:off x="9737138" y="1701294"/>
          <a:ext cx="884460" cy="8844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687F76-B86A-43F6-B9A4-446D3B48CF19}">
      <dsp:nvSpPr>
        <dsp:cNvPr id="0" name=""/>
        <dsp:cNvSpPr/>
      </dsp:nvSpPr>
      <dsp:spPr>
        <a:xfrm>
          <a:off x="8915852" y="2705464"/>
          <a:ext cx="2527031" cy="3790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500" b="1" kern="1200"/>
            <a:t>Expected Outcomes:</a:t>
          </a:r>
          <a:endParaRPr lang="en-US" sz="1500" kern="1200"/>
        </a:p>
      </dsp:txBody>
      <dsp:txXfrm>
        <a:off x="8915852" y="2705464"/>
        <a:ext cx="2527031" cy="379054"/>
      </dsp:txXfrm>
    </dsp:sp>
    <dsp:sp modelId="{AE4E9D15-D287-499B-97E1-AE2EE049C969}">
      <dsp:nvSpPr>
        <dsp:cNvPr id="0" name=""/>
        <dsp:cNvSpPr/>
      </dsp:nvSpPr>
      <dsp:spPr>
        <a:xfrm>
          <a:off x="8915852" y="3140197"/>
          <a:ext cx="2527031" cy="1345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Secure, end-to-end predictive maintenance pipeline.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Mandatory safety validation for all AI outputs.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Significant reduction in environmental and operational risks.</a:t>
          </a:r>
          <a:endParaRPr lang="en-US" sz="1100" kern="1200"/>
        </a:p>
      </dsp:txBody>
      <dsp:txXfrm>
        <a:off x="8915852" y="3140197"/>
        <a:ext cx="2527031" cy="13450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026D85-FB77-480D-8075-26E9D529A24D}">
      <dsp:nvSpPr>
        <dsp:cNvPr id="0" name=""/>
        <dsp:cNvSpPr/>
      </dsp:nvSpPr>
      <dsp:spPr>
        <a:xfrm>
          <a:off x="630059" y="1941075"/>
          <a:ext cx="942046" cy="9420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5E90AB-A93D-4856-B0F4-15411C33525A}">
      <dsp:nvSpPr>
        <dsp:cNvPr id="0" name=""/>
        <dsp:cNvSpPr/>
      </dsp:nvSpPr>
      <dsp:spPr>
        <a:xfrm>
          <a:off x="6339" y="2806442"/>
          <a:ext cx="2691562" cy="5172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kern="1200" dirty="0"/>
            <a:t>             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kern="1200" dirty="0"/>
            <a:t>	</a:t>
          </a:r>
          <a:r>
            <a:rPr lang="en-IN" sz="1400" b="1" kern="1200"/>
            <a:t>  Dataset</a:t>
          </a:r>
          <a:r>
            <a:rPr lang="en-IN" sz="1400" b="1" kern="1200" dirty="0"/>
            <a:t>:</a:t>
          </a:r>
          <a:endParaRPr lang="en-US" sz="1400" kern="1200" dirty="0"/>
        </a:p>
      </dsp:txBody>
      <dsp:txXfrm>
        <a:off x="6339" y="2806442"/>
        <a:ext cx="2691562" cy="517284"/>
      </dsp:txXfrm>
    </dsp:sp>
    <dsp:sp modelId="{6B6AF5F8-4E57-4C74-994E-39A5D7A9F88E}">
      <dsp:nvSpPr>
        <dsp:cNvPr id="0" name=""/>
        <dsp:cNvSpPr/>
      </dsp:nvSpPr>
      <dsp:spPr>
        <a:xfrm>
          <a:off x="6339" y="3392199"/>
          <a:ext cx="2691562" cy="1748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894BD6-07D1-47DF-B190-3E5A26574848}">
      <dsp:nvSpPr>
        <dsp:cNvPr id="0" name=""/>
        <dsp:cNvSpPr/>
      </dsp:nvSpPr>
      <dsp:spPr>
        <a:xfrm>
          <a:off x="3168925" y="1717178"/>
          <a:ext cx="942046" cy="9420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F43829-E9E6-4DA2-8D63-A032067D0434}">
      <dsp:nvSpPr>
        <dsp:cNvPr id="0" name=""/>
        <dsp:cNvSpPr/>
      </dsp:nvSpPr>
      <dsp:spPr>
        <a:xfrm>
          <a:off x="3168925" y="2806442"/>
          <a:ext cx="2691562" cy="5172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kern="1200" dirty="0"/>
            <a:t>The Testing Ground (Rossmann Dataset):</a:t>
          </a:r>
          <a:endParaRPr lang="en-US" sz="1400" kern="1200" dirty="0"/>
        </a:p>
      </dsp:txBody>
      <dsp:txXfrm>
        <a:off x="3168925" y="2806442"/>
        <a:ext cx="2691562" cy="517284"/>
      </dsp:txXfrm>
    </dsp:sp>
    <dsp:sp modelId="{A07DFB00-000F-479E-A68B-C19AA936CE4F}">
      <dsp:nvSpPr>
        <dsp:cNvPr id="0" name=""/>
        <dsp:cNvSpPr/>
      </dsp:nvSpPr>
      <dsp:spPr>
        <a:xfrm>
          <a:off x="3168925" y="3392199"/>
          <a:ext cx="2691562" cy="1748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Data from 1,115 distinct European stores.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Provides the exact unpredictable, real-world variance needed to test the AI.</a:t>
          </a:r>
          <a:endParaRPr lang="en-US" sz="1100" kern="1200"/>
        </a:p>
      </dsp:txBody>
      <dsp:txXfrm>
        <a:off x="3168925" y="3392199"/>
        <a:ext cx="2691562" cy="1748621"/>
      </dsp:txXfrm>
    </dsp:sp>
    <dsp:sp modelId="{A7B6558A-2C5F-4CD7-8853-12446504ECA0}">
      <dsp:nvSpPr>
        <dsp:cNvPr id="0" name=""/>
        <dsp:cNvSpPr/>
      </dsp:nvSpPr>
      <dsp:spPr>
        <a:xfrm>
          <a:off x="6331511" y="1717178"/>
          <a:ext cx="942046" cy="9420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CCE3BF-1BE6-46D8-8AD5-14CFB4FDF19A}">
      <dsp:nvSpPr>
        <dsp:cNvPr id="0" name=""/>
        <dsp:cNvSpPr/>
      </dsp:nvSpPr>
      <dsp:spPr>
        <a:xfrm>
          <a:off x="6331511" y="2806442"/>
          <a:ext cx="2691562" cy="5172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kern="1200" dirty="0"/>
            <a:t>Technical Stack:</a:t>
          </a:r>
          <a:endParaRPr lang="en-US" sz="1400" kern="1200" dirty="0"/>
        </a:p>
      </dsp:txBody>
      <dsp:txXfrm>
        <a:off x="6331511" y="2806442"/>
        <a:ext cx="2691562" cy="517284"/>
      </dsp:txXfrm>
    </dsp:sp>
    <dsp:sp modelId="{BC71EDFC-1731-4274-BBF0-E411933E701F}">
      <dsp:nvSpPr>
        <dsp:cNvPr id="0" name=""/>
        <dsp:cNvSpPr/>
      </dsp:nvSpPr>
      <dsp:spPr>
        <a:xfrm>
          <a:off x="6331511" y="3392199"/>
          <a:ext cx="2691562" cy="1748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Agentic AI Engine:</a:t>
          </a:r>
          <a:r>
            <a:rPr lang="en-IN" sz="1100" kern="1200"/>
            <a:t> Large Language Models (LLM-agents) acting as the Orchestrator.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Core Architecture:</a:t>
          </a:r>
          <a:r>
            <a:rPr lang="en-IN" sz="1100" kern="1200" dirty="0"/>
            <a:t> Federated Learning (FL) framework.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Edge Machine Learning:</a:t>
          </a:r>
          <a:r>
            <a:rPr lang="en-IN" sz="1100" kern="1200"/>
            <a:t> Distributed Scikit-Learn linear regressors.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Data Processing:</a:t>
          </a:r>
          <a:r>
            <a:rPr lang="en-IN" sz="1100" kern="1200"/>
            <a:t> Python, Pandas, NumPy.</a:t>
          </a:r>
          <a:endParaRPr lang="en-US" sz="1100" kern="1200"/>
        </a:p>
      </dsp:txBody>
      <dsp:txXfrm>
        <a:off x="6331511" y="3392199"/>
        <a:ext cx="2691562" cy="1748621"/>
      </dsp:txXfrm>
    </dsp:sp>
    <dsp:sp modelId="{243AF0D9-0844-4082-BB1B-4C7D6DA0B378}">
      <dsp:nvSpPr>
        <dsp:cNvPr id="0" name=""/>
        <dsp:cNvSpPr/>
      </dsp:nvSpPr>
      <dsp:spPr>
        <a:xfrm>
          <a:off x="9494097" y="1717178"/>
          <a:ext cx="942046" cy="9420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5263D6-16C9-4A97-A950-B0F59B1735CE}">
      <dsp:nvSpPr>
        <dsp:cNvPr id="0" name=""/>
        <dsp:cNvSpPr/>
      </dsp:nvSpPr>
      <dsp:spPr>
        <a:xfrm>
          <a:off x="9494097" y="2806442"/>
          <a:ext cx="2691562" cy="5172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kern="1200" dirty="0"/>
            <a:t>Expected Outcomes:</a:t>
          </a:r>
          <a:endParaRPr lang="en-US" sz="1400" kern="1200" dirty="0"/>
        </a:p>
      </dsp:txBody>
      <dsp:txXfrm>
        <a:off x="9494097" y="2806442"/>
        <a:ext cx="2691562" cy="517284"/>
      </dsp:txXfrm>
    </dsp:sp>
    <dsp:sp modelId="{0630A53A-1E23-4B33-9405-B2B45698AF2C}">
      <dsp:nvSpPr>
        <dsp:cNvPr id="0" name=""/>
        <dsp:cNvSpPr/>
      </dsp:nvSpPr>
      <dsp:spPr>
        <a:xfrm>
          <a:off x="9494097" y="3392199"/>
          <a:ext cx="2691562" cy="1748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LLMs transcend chatbots to become mathematical control planes.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Maximized forecasting accuracy for supply chains.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Zero compromise on customer data privacy.</a:t>
          </a:r>
          <a:endParaRPr lang="en-US" sz="1100" kern="1200"/>
        </a:p>
      </dsp:txBody>
      <dsp:txXfrm>
        <a:off x="9494097" y="3392199"/>
        <a:ext cx="2691562" cy="17486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0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9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29586-D8C1-49F2-A195-2B94CF72B53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5ED00-397D-4217-AC3E-F5FB4254B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192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29586-D8C1-49F2-A195-2B94CF72B53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5ED00-397D-4217-AC3E-F5FB4254B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259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29586-D8C1-49F2-A195-2B94CF72B53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5ED00-397D-4217-AC3E-F5FB4254B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135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29586-D8C1-49F2-A195-2B94CF72B53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5ED00-397D-4217-AC3E-F5FB4254B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394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29586-D8C1-49F2-A195-2B94CF72B53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5ED00-397D-4217-AC3E-F5FB4254B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865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29586-D8C1-49F2-A195-2B94CF72B53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5ED00-397D-4217-AC3E-F5FB4254B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650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29586-D8C1-49F2-A195-2B94CF72B53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5ED00-397D-4217-AC3E-F5FB4254B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808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29586-D8C1-49F2-A195-2B94CF72B53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5ED00-397D-4217-AC3E-F5FB4254B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586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29586-D8C1-49F2-A195-2B94CF72B53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5ED00-397D-4217-AC3E-F5FB4254B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095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29586-D8C1-49F2-A195-2B94CF72B53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5ED00-397D-4217-AC3E-F5FB4254B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415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29586-D8C1-49F2-A195-2B94CF72B53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5ED00-397D-4217-AC3E-F5FB4254B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907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29586-D8C1-49F2-A195-2B94CF72B53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5ED00-397D-4217-AC3E-F5FB4254BDA4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16589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29586-D8C1-49F2-A195-2B94CF72B53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5ED00-397D-4217-AC3E-F5FB4254B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4860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29586-D8C1-49F2-A195-2B94CF72B53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5ED00-397D-4217-AC3E-F5FB4254B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4136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29586-D8C1-49F2-A195-2B94CF72B53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5ED00-397D-4217-AC3E-F5FB4254B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1299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29586-D8C1-49F2-A195-2B94CF72B53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5ED00-397D-4217-AC3E-F5FB4254B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371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29586-D8C1-49F2-A195-2B94CF72B53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5ED00-397D-4217-AC3E-F5FB4254B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562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BC29586-D8C1-49F2-A195-2B94CF72B53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5ED00-397D-4217-AC3E-F5FB4254B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916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868" r:id="rId12"/>
    <p:sldLayoutId id="2147483869" r:id="rId13"/>
    <p:sldLayoutId id="2147483870" r:id="rId14"/>
    <p:sldLayoutId id="2147483871" r:id="rId15"/>
    <p:sldLayoutId id="2147483872" r:id="rId16"/>
    <p:sldLayoutId id="214748387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2.png"/><Relationship Id="rId7" Type="http://schemas.openxmlformats.org/officeDocument/2006/relationships/diagramData" Target="../diagrams/data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microsoft.com/office/2007/relationships/diagramDrawing" Target="../diagrams/drawing1.xml"/><Relationship Id="rId5" Type="http://schemas.openxmlformats.org/officeDocument/2006/relationships/image" Target="../media/image4.png"/><Relationship Id="rId10" Type="http://schemas.openxmlformats.org/officeDocument/2006/relationships/diagramColors" Target="../diagrams/colors1.xml"/><Relationship Id="rId4" Type="http://schemas.openxmlformats.org/officeDocument/2006/relationships/image" Target="../media/image3.png"/><Relationship Id="rId9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00CF4F-2353-0F52-4423-2BCBC5941CAF}"/>
              </a:ext>
            </a:extLst>
          </p:cNvPr>
          <p:cNvSpPr txBox="1"/>
          <p:nvPr/>
        </p:nvSpPr>
        <p:spPr>
          <a:xfrm>
            <a:off x="1" y="0"/>
            <a:ext cx="12192000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</a:p>
          <a:p>
            <a:pPr algn="ctr"/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Zeroth Review</a:t>
            </a:r>
          </a:p>
          <a:p>
            <a:pPr algn="ctr"/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: PRADHEESH RAJ R</a:t>
            </a:r>
          </a:p>
          <a:p>
            <a:pPr algn="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NUMER : 25MML0023</a:t>
            </a:r>
          </a:p>
          <a:p>
            <a:pPr algn="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: VIT(VELLORE)</a:t>
            </a:r>
          </a:p>
          <a:p>
            <a:pPr algn="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NO : T9937</a:t>
            </a:r>
          </a:p>
          <a:p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791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88952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228080"/>
            <a:ext cx="993734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BD719A-FB39-3B2C-9F47-C4A58A763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I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Agentic-IoT Framework for Predictive Maintenance in Oil &amp; Gas Pipelines using Multi-RAG and Context-Aware Safety Protocols.</a:t>
            </a:r>
            <a:br>
              <a:rPr lang="en-IN" sz="3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62B16-96A6-7765-F6E5-C8BEC7880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861" y="804671"/>
            <a:ext cx="6399930" cy="5248657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 lvl="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 Safety Gap: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LLMs lack physical safety constraints.</a:t>
            </a:r>
          </a:p>
          <a:p>
            <a:pPr lvl="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Flaw in Standard RAG: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Retrieves data based on semantic similarity, ignoring operational context.</a:t>
            </a:r>
          </a:p>
          <a:p>
            <a:pPr lvl="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Risk: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Mechanically accurate, but operationally dangerous recommendations.</a:t>
            </a:r>
          </a:p>
          <a:p>
            <a:pPr lvl="0"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90000"/>
              </a:lnSpc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Agentic-IoT: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Continuous SCADA telemetry monitoring.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RAGuard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Architecture: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Simultaneous, multi-vector database queries.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Strict Segregation: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Separate retrieval budgets for </a:t>
            </a:r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fix it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vs. </a:t>
            </a:r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safe?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Infrastructure: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Context Protocol (MCP) integration.</a:t>
            </a:r>
          </a:p>
          <a:p>
            <a:pPr>
              <a:lnSpc>
                <a:spcPct val="90000"/>
              </a:lnSpc>
            </a:pP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405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F1B8F9CB-890B-4CB8-B503-188A763E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A632AB4-3837-4FD0-8B62-0A18B573F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C393B4A7-6ABF-423D-A762-3CDB4897A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CD2319A-6FA9-4EFB-9EDF-730446742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1692A93-3514-4486-8B67-CCA4E0259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01AD250C-F2EA-449F-9B14-DF5BB674C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774D7C63-5E3B-4319-020B-F7849BF18E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578166"/>
              </p:ext>
            </p:extLst>
          </p:nvPr>
        </p:nvGraphicFramePr>
        <p:xfrm>
          <a:off x="376287" y="229265"/>
          <a:ext cx="11450952" cy="6186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456831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88952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228080"/>
            <a:ext cx="993734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CB190D-FAEF-683E-95E1-45B780419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Federated Agentic AI System for Privacy-Preserving Retail Demand Forecasting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5B4CB-63FD-E351-1CE2-8BDBCE561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861" y="804671"/>
            <a:ext cx="6399930" cy="524865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The Retail Data Challenge: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Federated Learning (FL) securely protects data, but struggles with unpredictable, localized retail environments.</a:t>
            </a:r>
          </a:p>
          <a:p>
            <a:pPr lvl="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The Flaw in Traditional FL: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Static formulas blindly combine models, ignoring real-world variance (e.g., local holidays, sudden promotions).</a:t>
            </a:r>
          </a:p>
          <a:p>
            <a:pPr lvl="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 ("Agentic-FL"):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An autonomous AI control layer.</a:t>
            </a:r>
          </a:p>
          <a:p>
            <a:pPr marL="0" lvl="0" indent="0">
              <a:lnSpc>
                <a:spcPct val="90000"/>
              </a:lnSpc>
              <a:buNone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90000"/>
              </a:lnSpc>
              <a:buNone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Deploy LLMs as intelligent network orchestrators.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evaluate live metadata from each store.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Autonomously adapt mathematical aggregation on the fly.</a:t>
            </a:r>
          </a:p>
          <a:p>
            <a:pPr>
              <a:lnSpc>
                <a:spcPct val="90000"/>
              </a:lnSpc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870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9EB32B5F-74C2-D312-CE54-FF76C3D8C1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366792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004663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418</TotalTime>
  <Words>408</Words>
  <Application>Microsoft Office PowerPoint</Application>
  <PresentationFormat>Widescreen</PresentationFormat>
  <Paragraphs>58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Century Gothic</vt:lpstr>
      <vt:lpstr>Times New Roman</vt:lpstr>
      <vt:lpstr>Wingdings</vt:lpstr>
      <vt:lpstr>Wingdings 3</vt:lpstr>
      <vt:lpstr>Ion</vt:lpstr>
      <vt:lpstr>PowerPoint Presentation</vt:lpstr>
      <vt:lpstr>Agentic-IoT Framework for Predictive Maintenance in Oil &amp; Gas Pipelines using Multi-RAG and Context-Aware Safety Protocols. </vt:lpstr>
      <vt:lpstr>PowerPoint Presentation</vt:lpstr>
      <vt:lpstr>Federated Agentic AI System for Privacy-Preserving Retail Demand Forecasting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Pradheeshraj R</dc:creator>
  <cp:lastModifiedBy>Pradheeshraj R</cp:lastModifiedBy>
  <cp:revision>30</cp:revision>
  <dcterms:created xsi:type="dcterms:W3CDTF">2026-08-27T07:56:19Z</dcterms:created>
  <dcterms:modified xsi:type="dcterms:W3CDTF">2026-08-27T16:53:55Z</dcterms:modified>
</cp:coreProperties>
</file>